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72" r:id="rId6"/>
    <p:sldId id="260" r:id="rId7"/>
    <p:sldId id="274" r:id="rId8"/>
    <p:sldId id="271" r:id="rId9"/>
    <p:sldId id="273" r:id="rId10"/>
    <p:sldId id="261" r:id="rId11"/>
    <p:sldId id="276" r:id="rId12"/>
    <p:sldId id="277" r:id="rId13"/>
    <p:sldId id="270" r:id="rId14"/>
    <p:sldId id="269" r:id="rId15"/>
    <p:sldId id="268" r:id="rId16"/>
    <p:sldId id="262" r:id="rId17"/>
    <p:sldId id="263" r:id="rId18"/>
    <p:sldId id="275" r:id="rId19"/>
    <p:sldId id="264" r:id="rId20"/>
    <p:sldId id="265" r:id="rId21"/>
    <p:sldId id="266" r:id="rId22"/>
    <p:sldId id="267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DB0A65-A242-4FD4-9216-8D9C3B27EA5C}" v="20" dt="2025-06-02T11:40:59.7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66" autoAdjust="0"/>
    <p:restoredTop sz="94660"/>
  </p:normalViewPr>
  <p:slideViewPr>
    <p:cSldViewPr snapToGrid="0">
      <p:cViewPr varScale="1">
        <p:scale>
          <a:sx n="90" d="100"/>
          <a:sy n="90" d="100"/>
        </p:scale>
        <p:origin x="1101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hinab Kumar Das" userId="8c3059c539d1f26d" providerId="LiveId" clId="{2EDB0A65-A242-4FD4-9216-8D9C3B27EA5C}"/>
    <pc:docChg chg="undo custSel modSld">
      <pc:chgData name="Abhinab Kumar Das" userId="8c3059c539d1f26d" providerId="LiveId" clId="{2EDB0A65-A242-4FD4-9216-8D9C3B27EA5C}" dt="2025-06-02T11:41:22.946" v="419" actId="1076"/>
      <pc:docMkLst>
        <pc:docMk/>
      </pc:docMkLst>
      <pc:sldChg chg="addSp delSp modSp mod">
        <pc:chgData name="Abhinab Kumar Das" userId="8c3059c539d1f26d" providerId="LiveId" clId="{2EDB0A65-A242-4FD4-9216-8D9C3B27EA5C}" dt="2025-06-02T11:41:22.946" v="419" actId="1076"/>
        <pc:sldMkLst>
          <pc:docMk/>
          <pc:sldMk cId="1178249510" sldId="269"/>
        </pc:sldMkLst>
        <pc:spChg chg="add del mod">
          <ac:chgData name="Abhinab Kumar Das" userId="8c3059c539d1f26d" providerId="LiveId" clId="{2EDB0A65-A242-4FD4-9216-8D9C3B27EA5C}" dt="2025-06-02T11:40:45.825" v="390" actId="47"/>
          <ac:spMkLst>
            <pc:docMk/>
            <pc:sldMk cId="1178249510" sldId="269"/>
            <ac:spMk id="7" creationId="{FD8E4702-D4D4-9CB9-C92D-C21C5F7A33E1}"/>
          </ac:spMkLst>
        </pc:spChg>
        <pc:spChg chg="add del mod">
          <ac:chgData name="Abhinab Kumar Das" userId="8c3059c539d1f26d" providerId="LiveId" clId="{2EDB0A65-A242-4FD4-9216-8D9C3B27EA5C}" dt="2025-06-02T11:40:52.649" v="395"/>
          <ac:spMkLst>
            <pc:docMk/>
            <pc:sldMk cId="1178249510" sldId="269"/>
            <ac:spMk id="8" creationId="{C4296D2C-1218-A6FD-23EB-1C1CA9E70525}"/>
          </ac:spMkLst>
        </pc:spChg>
        <pc:spChg chg="add mod">
          <ac:chgData name="Abhinab Kumar Das" userId="8c3059c539d1f26d" providerId="LiveId" clId="{2EDB0A65-A242-4FD4-9216-8D9C3B27EA5C}" dt="2025-06-02T11:41:22.946" v="419" actId="1076"/>
          <ac:spMkLst>
            <pc:docMk/>
            <pc:sldMk cId="1178249510" sldId="269"/>
            <ac:spMk id="10" creationId="{5E045D1D-EC41-E19D-0879-18B2F61FFC7C}"/>
          </ac:spMkLst>
        </pc:spChg>
        <pc:spChg chg="del mod">
          <ac:chgData name="Abhinab Kumar Das" userId="8c3059c539d1f26d" providerId="LiveId" clId="{2EDB0A65-A242-4FD4-9216-8D9C3B27EA5C}" dt="2025-06-02T11:12:07.329" v="58"/>
          <ac:spMkLst>
            <pc:docMk/>
            <pc:sldMk cId="1178249510" sldId="269"/>
            <ac:spMk id="10" creationId="{EDBFE969-83C9-94DD-8C57-5C87E1C643D1}"/>
          </ac:spMkLst>
        </pc:spChg>
        <pc:spChg chg="del">
          <ac:chgData name="Abhinab Kumar Das" userId="8c3059c539d1f26d" providerId="LiveId" clId="{2EDB0A65-A242-4FD4-9216-8D9C3B27EA5C}" dt="2025-06-02T11:12:41.192" v="104" actId="478"/>
          <ac:spMkLst>
            <pc:docMk/>
            <pc:sldMk cId="1178249510" sldId="269"/>
            <ac:spMk id="11" creationId="{DB503BF0-4E76-8D5F-2A6D-9899E96E903D}"/>
          </ac:spMkLst>
        </pc:spChg>
        <pc:spChg chg="del mod">
          <ac:chgData name="Abhinab Kumar Das" userId="8c3059c539d1f26d" providerId="LiveId" clId="{2EDB0A65-A242-4FD4-9216-8D9C3B27EA5C}" dt="2025-06-02T11:12:18.915" v="77"/>
          <ac:spMkLst>
            <pc:docMk/>
            <pc:sldMk cId="1178249510" sldId="269"/>
            <ac:spMk id="12" creationId="{DCEE54D0-F785-E764-DFA1-7AA38D76618F}"/>
          </ac:spMkLst>
        </pc:spChg>
        <pc:spChg chg="del">
          <ac:chgData name="Abhinab Kumar Das" userId="8c3059c539d1f26d" providerId="LiveId" clId="{2EDB0A65-A242-4FD4-9216-8D9C3B27EA5C}" dt="2025-06-02T11:12:39.670" v="103" actId="478"/>
          <ac:spMkLst>
            <pc:docMk/>
            <pc:sldMk cId="1178249510" sldId="269"/>
            <ac:spMk id="13" creationId="{FD3EFA34-E033-8B84-DA1B-37F7EDDF1A9E}"/>
          </ac:spMkLst>
        </pc:spChg>
        <pc:spChg chg="del">
          <ac:chgData name="Abhinab Kumar Das" userId="8c3059c539d1f26d" providerId="LiveId" clId="{2EDB0A65-A242-4FD4-9216-8D9C3B27EA5C}" dt="2025-06-02T11:12:32.336" v="99" actId="478"/>
          <ac:spMkLst>
            <pc:docMk/>
            <pc:sldMk cId="1178249510" sldId="269"/>
            <ac:spMk id="14" creationId="{5B11D8AA-163A-3EBC-929E-19CB421A8BE1}"/>
          </ac:spMkLst>
        </pc:spChg>
        <pc:spChg chg="del mod">
          <ac:chgData name="Abhinab Kumar Das" userId="8c3059c539d1f26d" providerId="LiveId" clId="{2EDB0A65-A242-4FD4-9216-8D9C3B27EA5C}" dt="2025-06-02T11:12:29.194" v="97"/>
          <ac:spMkLst>
            <pc:docMk/>
            <pc:sldMk cId="1178249510" sldId="269"/>
            <ac:spMk id="15" creationId="{06744C36-C096-CC62-D2B9-FEFC04150C82}"/>
          </ac:spMkLst>
        </pc:spChg>
        <pc:spChg chg="del">
          <ac:chgData name="Abhinab Kumar Das" userId="8c3059c539d1f26d" providerId="LiveId" clId="{2EDB0A65-A242-4FD4-9216-8D9C3B27EA5C}" dt="2025-06-02T11:12:21.048" v="78" actId="478"/>
          <ac:spMkLst>
            <pc:docMk/>
            <pc:sldMk cId="1178249510" sldId="269"/>
            <ac:spMk id="16" creationId="{F477EC21-0A16-C9C8-79AF-949FA2CE9CFE}"/>
          </ac:spMkLst>
        </pc:spChg>
        <pc:spChg chg="add del">
          <ac:chgData name="Abhinab Kumar Das" userId="8c3059c539d1f26d" providerId="LiveId" clId="{2EDB0A65-A242-4FD4-9216-8D9C3B27EA5C}" dt="2025-06-02T11:13:32.253" v="117" actId="478"/>
          <ac:spMkLst>
            <pc:docMk/>
            <pc:sldMk cId="1178249510" sldId="269"/>
            <ac:spMk id="17" creationId="{6DDCBBAF-7F1F-8674-80D5-1A533A11C46D}"/>
          </ac:spMkLst>
        </pc:spChg>
        <pc:spChg chg="del">
          <ac:chgData name="Abhinab Kumar Das" userId="8c3059c539d1f26d" providerId="LiveId" clId="{2EDB0A65-A242-4FD4-9216-8D9C3B27EA5C}" dt="2025-06-02T11:12:08.548" v="59" actId="478"/>
          <ac:spMkLst>
            <pc:docMk/>
            <pc:sldMk cId="1178249510" sldId="269"/>
            <ac:spMk id="18" creationId="{2C55BA5A-C648-DE7A-0D17-156AB8CD3A7D}"/>
          </ac:spMkLst>
        </pc:spChg>
        <pc:spChg chg="add mod">
          <ac:chgData name="Abhinab Kumar Das" userId="8c3059c539d1f26d" providerId="LiveId" clId="{2EDB0A65-A242-4FD4-9216-8D9C3B27EA5C}" dt="2025-06-02T11:15:34.889" v="154" actId="1076"/>
          <ac:spMkLst>
            <pc:docMk/>
            <pc:sldMk cId="1178249510" sldId="269"/>
            <ac:spMk id="19" creationId="{424B4BD4-CD0F-DA63-5111-4CF7745DEB08}"/>
          </ac:spMkLst>
        </pc:spChg>
        <pc:spChg chg="add del mod">
          <ac:chgData name="Abhinab Kumar Das" userId="8c3059c539d1f26d" providerId="LiveId" clId="{2EDB0A65-A242-4FD4-9216-8D9C3B27EA5C}" dt="2025-06-02T11:40:47.058" v="392" actId="1076"/>
          <ac:spMkLst>
            <pc:docMk/>
            <pc:sldMk cId="1178249510" sldId="269"/>
            <ac:spMk id="20" creationId="{4F36287F-94CA-6AD0-D82E-A8C566F8E0F6}"/>
          </ac:spMkLst>
        </pc:spChg>
        <pc:spChg chg="add mod">
          <ac:chgData name="Abhinab Kumar Das" userId="8c3059c539d1f26d" providerId="LiveId" clId="{2EDB0A65-A242-4FD4-9216-8D9C3B27EA5C}" dt="2025-06-02T11:15:38.838" v="155" actId="1076"/>
          <ac:spMkLst>
            <pc:docMk/>
            <pc:sldMk cId="1178249510" sldId="269"/>
            <ac:spMk id="21" creationId="{4DD08144-A1CB-5E0C-BC77-DE1AACEE454E}"/>
          </ac:spMkLst>
        </pc:spChg>
        <pc:spChg chg="add del">
          <ac:chgData name="Abhinab Kumar Das" userId="8c3059c539d1f26d" providerId="LiveId" clId="{2EDB0A65-A242-4FD4-9216-8D9C3B27EA5C}" dt="2025-06-02T11:15:07.046" v="146" actId="478"/>
          <ac:spMkLst>
            <pc:docMk/>
            <pc:sldMk cId="1178249510" sldId="269"/>
            <ac:spMk id="22" creationId="{3D6A2A67-2DB7-12E1-27B0-EC482B10471F}"/>
          </ac:spMkLst>
        </pc:spChg>
        <pc:spChg chg="del">
          <ac:chgData name="Abhinab Kumar Das" userId="8c3059c539d1f26d" providerId="LiveId" clId="{2EDB0A65-A242-4FD4-9216-8D9C3B27EA5C}" dt="2025-06-02T11:12:45.914" v="107" actId="478"/>
          <ac:spMkLst>
            <pc:docMk/>
            <pc:sldMk cId="1178249510" sldId="269"/>
            <ac:spMk id="23" creationId="{348F1BF6-2463-9BBC-7971-3F92713EDBFD}"/>
          </ac:spMkLst>
        </pc:spChg>
        <pc:spChg chg="del">
          <ac:chgData name="Abhinab Kumar Das" userId="8c3059c539d1f26d" providerId="LiveId" clId="{2EDB0A65-A242-4FD4-9216-8D9C3B27EA5C}" dt="2025-06-02T11:12:44.307" v="106" actId="478"/>
          <ac:spMkLst>
            <pc:docMk/>
            <pc:sldMk cId="1178249510" sldId="269"/>
            <ac:spMk id="24" creationId="{6934DFFD-0476-D137-C489-EE77B426C928}"/>
          </ac:spMkLst>
        </pc:spChg>
        <pc:spChg chg="del">
          <ac:chgData name="Abhinab Kumar Das" userId="8c3059c539d1f26d" providerId="LiveId" clId="{2EDB0A65-A242-4FD4-9216-8D9C3B27EA5C}" dt="2025-06-02T11:12:37.137" v="102" actId="478"/>
          <ac:spMkLst>
            <pc:docMk/>
            <pc:sldMk cId="1178249510" sldId="269"/>
            <ac:spMk id="25" creationId="{7F1908CD-6A8E-CEC4-A582-7E985C5F0846}"/>
          </ac:spMkLst>
        </pc:spChg>
        <pc:spChg chg="del">
          <ac:chgData name="Abhinab Kumar Das" userId="8c3059c539d1f26d" providerId="LiveId" clId="{2EDB0A65-A242-4FD4-9216-8D9C3B27EA5C}" dt="2025-06-02T11:12:18.912" v="75" actId="478"/>
          <ac:spMkLst>
            <pc:docMk/>
            <pc:sldMk cId="1178249510" sldId="269"/>
            <ac:spMk id="26" creationId="{7EC797ED-E87A-1EBB-6223-B59C3E727A37}"/>
          </ac:spMkLst>
        </pc:spChg>
        <pc:spChg chg="del">
          <ac:chgData name="Abhinab Kumar Das" userId="8c3059c539d1f26d" providerId="LiveId" clId="{2EDB0A65-A242-4FD4-9216-8D9C3B27EA5C}" dt="2025-06-02T11:12:23.611" v="80" actId="478"/>
          <ac:spMkLst>
            <pc:docMk/>
            <pc:sldMk cId="1178249510" sldId="269"/>
            <ac:spMk id="27" creationId="{3FAA7CEF-AD07-BBED-CA18-47DFE7AE3BEB}"/>
          </ac:spMkLst>
        </pc:spChg>
        <pc:spChg chg="del">
          <ac:chgData name="Abhinab Kumar Das" userId="8c3059c539d1f26d" providerId="LiveId" clId="{2EDB0A65-A242-4FD4-9216-8D9C3B27EA5C}" dt="2025-06-02T11:12:30.722" v="98" actId="478"/>
          <ac:spMkLst>
            <pc:docMk/>
            <pc:sldMk cId="1178249510" sldId="269"/>
            <ac:spMk id="28" creationId="{CF32882B-6184-4513-3540-8A7A1743F1BA}"/>
          </ac:spMkLst>
        </pc:spChg>
        <pc:spChg chg="del">
          <ac:chgData name="Abhinab Kumar Das" userId="8c3059c539d1f26d" providerId="LiveId" clId="{2EDB0A65-A242-4FD4-9216-8D9C3B27EA5C}" dt="2025-06-02T11:12:07.324" v="56" actId="478"/>
          <ac:spMkLst>
            <pc:docMk/>
            <pc:sldMk cId="1178249510" sldId="269"/>
            <ac:spMk id="29" creationId="{025EAEA5-8D74-6B09-328E-C727C85035EF}"/>
          </ac:spMkLst>
        </pc:spChg>
        <pc:spChg chg="del">
          <ac:chgData name="Abhinab Kumar Das" userId="8c3059c539d1f26d" providerId="LiveId" clId="{2EDB0A65-A242-4FD4-9216-8D9C3B27EA5C}" dt="2025-06-02T11:12:47.084" v="108" actId="478"/>
          <ac:spMkLst>
            <pc:docMk/>
            <pc:sldMk cId="1178249510" sldId="269"/>
            <ac:spMk id="30" creationId="{1627B18B-F151-AD90-ADD9-B545F3254D84}"/>
          </ac:spMkLst>
        </pc:spChg>
        <pc:spChg chg="del">
          <ac:chgData name="Abhinab Kumar Das" userId="8c3059c539d1f26d" providerId="LiveId" clId="{2EDB0A65-A242-4FD4-9216-8D9C3B27EA5C}" dt="2025-06-02T11:12:42.238" v="105" actId="478"/>
          <ac:spMkLst>
            <pc:docMk/>
            <pc:sldMk cId="1178249510" sldId="269"/>
            <ac:spMk id="31" creationId="{18121E22-9ABA-E1DA-D048-F0FF65D30219}"/>
          </ac:spMkLst>
        </pc:spChg>
        <pc:spChg chg="del">
          <ac:chgData name="Abhinab Kumar Das" userId="8c3059c539d1f26d" providerId="LiveId" clId="{2EDB0A65-A242-4FD4-9216-8D9C3B27EA5C}" dt="2025-06-02T11:12:22.281" v="79" actId="478"/>
          <ac:spMkLst>
            <pc:docMk/>
            <pc:sldMk cId="1178249510" sldId="269"/>
            <ac:spMk id="32" creationId="{0681093C-F7C8-CD72-99F1-C62D5E93A809}"/>
          </ac:spMkLst>
        </pc:spChg>
        <pc:spChg chg="add mod">
          <ac:chgData name="Abhinab Kumar Das" userId="8c3059c539d1f26d" providerId="LiveId" clId="{2EDB0A65-A242-4FD4-9216-8D9C3B27EA5C}" dt="2025-06-02T11:16:32.079" v="186" actId="14100"/>
          <ac:spMkLst>
            <pc:docMk/>
            <pc:sldMk cId="1178249510" sldId="269"/>
            <ac:spMk id="33" creationId="{2BADB3B2-E242-D4D2-1301-AD31DD03E3BD}"/>
          </ac:spMkLst>
        </pc:spChg>
        <pc:spChg chg="del">
          <ac:chgData name="Abhinab Kumar Das" userId="8c3059c539d1f26d" providerId="LiveId" clId="{2EDB0A65-A242-4FD4-9216-8D9C3B27EA5C}" dt="2025-06-02T11:12:29.192" v="95" actId="478"/>
          <ac:spMkLst>
            <pc:docMk/>
            <pc:sldMk cId="1178249510" sldId="269"/>
            <ac:spMk id="34" creationId="{B3E70E4D-2D46-FEF1-389F-278CE72EA735}"/>
          </ac:spMkLst>
        </pc:spChg>
        <pc:spChg chg="del">
          <ac:chgData name="Abhinab Kumar Das" userId="8c3059c539d1f26d" providerId="LiveId" clId="{2EDB0A65-A242-4FD4-9216-8D9C3B27EA5C}" dt="2025-06-02T11:12:33.197" v="100" actId="478"/>
          <ac:spMkLst>
            <pc:docMk/>
            <pc:sldMk cId="1178249510" sldId="269"/>
            <ac:spMk id="35" creationId="{E1BFB958-2062-0E6D-6474-9FAEA738CCE2}"/>
          </ac:spMkLst>
        </pc:spChg>
        <pc:spChg chg="del">
          <ac:chgData name="Abhinab Kumar Das" userId="8c3059c539d1f26d" providerId="LiveId" clId="{2EDB0A65-A242-4FD4-9216-8D9C3B27EA5C}" dt="2025-06-02T11:12:35.121" v="101" actId="478"/>
          <ac:spMkLst>
            <pc:docMk/>
            <pc:sldMk cId="1178249510" sldId="269"/>
            <ac:spMk id="36" creationId="{183ADB48-C058-1A09-7B16-B10910307BEF}"/>
          </ac:spMkLst>
        </pc:spChg>
        <pc:spChg chg="add mod">
          <ac:chgData name="Abhinab Kumar Das" userId="8c3059c539d1f26d" providerId="LiveId" clId="{2EDB0A65-A242-4FD4-9216-8D9C3B27EA5C}" dt="2025-06-02T11:16:28.704" v="185" actId="1076"/>
          <ac:spMkLst>
            <pc:docMk/>
            <pc:sldMk cId="1178249510" sldId="269"/>
            <ac:spMk id="37" creationId="{0EFCFF60-11AB-7CF5-E521-AB7A5D4D1D32}"/>
          </ac:spMkLst>
        </pc:spChg>
        <pc:spChg chg="del mod">
          <ac:chgData name="Abhinab Kumar Das" userId="8c3059c539d1f26d" providerId="LiveId" clId="{2EDB0A65-A242-4FD4-9216-8D9C3B27EA5C}" dt="2025-06-02T11:12:11.891" v="61" actId="478"/>
          <ac:spMkLst>
            <pc:docMk/>
            <pc:sldMk cId="1178249510" sldId="269"/>
            <ac:spMk id="38" creationId="{CF2B0503-BB91-845C-BEA4-0C7D8A7C5693}"/>
          </ac:spMkLst>
        </pc:spChg>
        <pc:spChg chg="add mod">
          <ac:chgData name="Abhinab Kumar Das" userId="8c3059c539d1f26d" providerId="LiveId" clId="{2EDB0A65-A242-4FD4-9216-8D9C3B27EA5C}" dt="2025-06-02T11:17:01.452" v="194" actId="14100"/>
          <ac:spMkLst>
            <pc:docMk/>
            <pc:sldMk cId="1178249510" sldId="269"/>
            <ac:spMk id="39" creationId="{A8149DD7-E703-9F85-A60D-F544CDDE43A7}"/>
          </ac:spMkLst>
        </pc:spChg>
        <pc:spChg chg="add mod">
          <ac:chgData name="Abhinab Kumar Das" userId="8c3059c539d1f26d" providerId="LiveId" clId="{2EDB0A65-A242-4FD4-9216-8D9C3B27EA5C}" dt="2025-06-02T11:17:15.784" v="201" actId="1076"/>
          <ac:spMkLst>
            <pc:docMk/>
            <pc:sldMk cId="1178249510" sldId="269"/>
            <ac:spMk id="40" creationId="{924A2116-A4A8-545D-2611-20E54250685D}"/>
          </ac:spMkLst>
        </pc:spChg>
        <pc:spChg chg="add mod">
          <ac:chgData name="Abhinab Kumar Das" userId="8c3059c539d1f26d" providerId="LiveId" clId="{2EDB0A65-A242-4FD4-9216-8D9C3B27EA5C}" dt="2025-06-02T11:20:33.814" v="269" actId="14100"/>
          <ac:spMkLst>
            <pc:docMk/>
            <pc:sldMk cId="1178249510" sldId="269"/>
            <ac:spMk id="41" creationId="{799B4AD0-A9E5-6648-EB59-441EC1FACAB3}"/>
          </ac:spMkLst>
        </pc:spChg>
        <pc:spChg chg="add mod">
          <ac:chgData name="Abhinab Kumar Das" userId="8c3059c539d1f26d" providerId="LiveId" clId="{2EDB0A65-A242-4FD4-9216-8D9C3B27EA5C}" dt="2025-06-02T11:21:30.674" v="299" actId="20577"/>
          <ac:spMkLst>
            <pc:docMk/>
            <pc:sldMk cId="1178249510" sldId="269"/>
            <ac:spMk id="42" creationId="{4BCC25D0-9FF2-44DF-B19D-B7C4B2E686CD}"/>
          </ac:spMkLst>
        </pc:spChg>
        <pc:spChg chg="add mod">
          <ac:chgData name="Abhinab Kumar Das" userId="8c3059c539d1f26d" providerId="LiveId" clId="{2EDB0A65-A242-4FD4-9216-8D9C3B27EA5C}" dt="2025-06-02T11:18:41.893" v="243" actId="14100"/>
          <ac:spMkLst>
            <pc:docMk/>
            <pc:sldMk cId="1178249510" sldId="269"/>
            <ac:spMk id="43" creationId="{4E9670AD-BD31-8674-DE0D-06F4A8C4824A}"/>
          </ac:spMkLst>
        </pc:spChg>
        <pc:spChg chg="add mod">
          <ac:chgData name="Abhinab Kumar Das" userId="8c3059c539d1f26d" providerId="LiveId" clId="{2EDB0A65-A242-4FD4-9216-8D9C3B27EA5C}" dt="2025-06-02T11:18:47.444" v="244" actId="1076"/>
          <ac:spMkLst>
            <pc:docMk/>
            <pc:sldMk cId="1178249510" sldId="269"/>
            <ac:spMk id="44" creationId="{C20601E4-A875-A3E0-EEDC-AE1544825B09}"/>
          </ac:spMkLst>
        </pc:spChg>
        <pc:spChg chg="add mod">
          <ac:chgData name="Abhinab Kumar Das" userId="8c3059c539d1f26d" providerId="LiveId" clId="{2EDB0A65-A242-4FD4-9216-8D9C3B27EA5C}" dt="2025-06-02T11:19:41.296" v="262" actId="14100"/>
          <ac:spMkLst>
            <pc:docMk/>
            <pc:sldMk cId="1178249510" sldId="269"/>
            <ac:spMk id="45" creationId="{B8024189-7F5D-70A3-7C7C-78D51608B455}"/>
          </ac:spMkLst>
        </pc:spChg>
        <pc:spChg chg="add mod">
          <ac:chgData name="Abhinab Kumar Das" userId="8c3059c539d1f26d" providerId="LiveId" clId="{2EDB0A65-A242-4FD4-9216-8D9C3B27EA5C}" dt="2025-06-02T11:19:34.579" v="261" actId="1076"/>
          <ac:spMkLst>
            <pc:docMk/>
            <pc:sldMk cId="1178249510" sldId="269"/>
            <ac:spMk id="46" creationId="{308BD37F-9B3A-5E54-EAEA-53AA476C3613}"/>
          </ac:spMkLst>
        </pc:spChg>
        <pc:spChg chg="add mod">
          <ac:chgData name="Abhinab Kumar Das" userId="8c3059c539d1f26d" providerId="LiveId" clId="{2EDB0A65-A242-4FD4-9216-8D9C3B27EA5C}" dt="2025-06-02T11:21:08.512" v="291" actId="14100"/>
          <ac:spMkLst>
            <pc:docMk/>
            <pc:sldMk cId="1178249510" sldId="269"/>
            <ac:spMk id="47" creationId="{257C7A23-78B4-5D83-C287-FB5C0CE4A17C}"/>
          </ac:spMkLst>
        </pc:spChg>
        <pc:spChg chg="add mod">
          <ac:chgData name="Abhinab Kumar Das" userId="8c3059c539d1f26d" providerId="LiveId" clId="{2EDB0A65-A242-4FD4-9216-8D9C3B27EA5C}" dt="2025-06-02T11:21:13.715" v="294" actId="20577"/>
          <ac:spMkLst>
            <pc:docMk/>
            <pc:sldMk cId="1178249510" sldId="269"/>
            <ac:spMk id="48" creationId="{D5D90F62-B0E1-4A68-45FC-2EFE58FA6AB0}"/>
          </ac:spMkLst>
        </pc:spChg>
        <pc:picChg chg="del">
          <ac:chgData name="Abhinab Kumar Das" userId="8c3059c539d1f26d" providerId="LiveId" clId="{2EDB0A65-A242-4FD4-9216-8D9C3B27EA5C}" dt="2025-06-02T11:11:45.177" v="35" actId="478"/>
          <ac:picMkLst>
            <pc:docMk/>
            <pc:sldMk cId="1178249510" sldId="269"/>
            <ac:picMk id="7" creationId="{B8DF4C31-2C6E-D086-D8CD-F1FE825B703D}"/>
          </ac:picMkLst>
        </pc:picChg>
        <pc:picChg chg="add mod">
          <ac:chgData name="Abhinab Kumar Das" userId="8c3059c539d1f26d" providerId="LiveId" clId="{2EDB0A65-A242-4FD4-9216-8D9C3B27EA5C}" dt="2025-06-02T11:40:45.569" v="389" actId="1076"/>
          <ac:picMkLst>
            <pc:docMk/>
            <pc:sldMk cId="1178249510" sldId="269"/>
            <ac:picMk id="9" creationId="{7EC363FA-588F-EE66-38B1-12FFEAB78585}"/>
          </ac:picMkLst>
        </pc:picChg>
      </pc:sldChg>
      <pc:sldChg chg="addSp delSp modSp mod">
        <pc:chgData name="Abhinab Kumar Das" userId="8c3059c539d1f26d" providerId="LiveId" clId="{2EDB0A65-A242-4FD4-9216-8D9C3B27EA5C}" dt="2025-06-02T11:39:02.788" v="300" actId="1036"/>
        <pc:sldMkLst>
          <pc:docMk/>
          <pc:sldMk cId="2595086916" sldId="270"/>
        </pc:sldMkLst>
        <pc:spChg chg="mod">
          <ac:chgData name="Abhinab Kumar Das" userId="8c3059c539d1f26d" providerId="LiveId" clId="{2EDB0A65-A242-4FD4-9216-8D9C3B27EA5C}" dt="2025-06-02T11:10:10.168" v="34" actId="20577"/>
          <ac:spMkLst>
            <pc:docMk/>
            <pc:sldMk cId="2595086916" sldId="270"/>
            <ac:spMk id="7" creationId="{8561A281-FA16-D3FA-C472-602C63CD38A1}"/>
          </ac:spMkLst>
        </pc:spChg>
        <pc:spChg chg="add del mod">
          <ac:chgData name="Abhinab Kumar Das" userId="8c3059c539d1f26d" providerId="LiveId" clId="{2EDB0A65-A242-4FD4-9216-8D9C3B27EA5C}" dt="2025-06-02T11:07:29.515" v="1"/>
          <ac:spMkLst>
            <pc:docMk/>
            <pc:sldMk cId="2595086916" sldId="270"/>
            <ac:spMk id="9" creationId="{0468DE53-3D6B-459B-F242-3EB92A70DB53}"/>
          </ac:spMkLst>
        </pc:spChg>
        <pc:picChg chg="del">
          <ac:chgData name="Abhinab Kumar Das" userId="8c3059c539d1f26d" providerId="LiveId" clId="{2EDB0A65-A242-4FD4-9216-8D9C3B27EA5C}" dt="2025-06-02T11:07:25.299" v="0" actId="478"/>
          <ac:picMkLst>
            <pc:docMk/>
            <pc:sldMk cId="2595086916" sldId="270"/>
            <ac:picMk id="8" creationId="{0D5B8EAB-34AC-41F9-BEA6-3FE3D94A613F}"/>
          </ac:picMkLst>
        </pc:picChg>
        <pc:picChg chg="add mod">
          <ac:chgData name="Abhinab Kumar Das" userId="8c3059c539d1f26d" providerId="LiveId" clId="{2EDB0A65-A242-4FD4-9216-8D9C3B27EA5C}" dt="2025-06-02T11:39:02.788" v="300" actId="1036"/>
          <ac:picMkLst>
            <pc:docMk/>
            <pc:sldMk cId="2595086916" sldId="270"/>
            <ac:picMk id="11" creationId="{7B330448-45DF-B7A7-101D-B612D95FE8E1}"/>
          </ac:picMkLst>
        </pc:picChg>
        <pc:picChg chg="add mod modCrop">
          <ac:chgData name="Abhinab Kumar Das" userId="8c3059c539d1f26d" providerId="LiveId" clId="{2EDB0A65-A242-4FD4-9216-8D9C3B27EA5C}" dt="2025-06-02T11:09:51.500" v="31" actId="14100"/>
          <ac:picMkLst>
            <pc:docMk/>
            <pc:sldMk cId="2595086916" sldId="270"/>
            <ac:picMk id="13" creationId="{22A478E4-FBDB-7E87-295D-1CFFA103D41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0A5579-5FAE-4D79-BADB-24F448772159}" type="datetimeFigureOut">
              <a:rPr lang="en-IN" smtClean="0"/>
              <a:t>02-06-2025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2BD690-5D1C-4A22-A83F-72B087D8A3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94382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BD690-5D1C-4A22-A83F-72B087D8A357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90497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  <a:prstGeom prst="roundRect">
            <a:avLst>
              <a:gd name="adj" fmla="val 10194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none"/>
        </p:style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800" b="1">
                <a:solidFill>
                  <a:srgbClr val="C0000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245C03C-4E4B-456A-82F7-0C8C80F802A4}" type="datetime1">
              <a:rPr lang="en-IN" smtClean="0"/>
              <a:pPr/>
              <a:t>02-06-2025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DFB7573-0EEC-4F18-B4D8-B9624EC7F9C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1388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8749E-3FF3-41B2-B4DE-BB379C572509}" type="datetime1">
              <a:rPr lang="en-IN" smtClean="0"/>
              <a:t>02-06-2025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B7573-0EEC-4F18-B4D8-B9624EC7F9C7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5D1B65D-8994-4450-B653-98A64B0BFF72}"/>
              </a:ext>
            </a:extLst>
          </p:cNvPr>
          <p:cNvCxnSpPr/>
          <p:nvPr userDrawn="1"/>
        </p:nvCxnSpPr>
        <p:spPr>
          <a:xfrm>
            <a:off x="0" y="6272613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5350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2FD6B-8032-4829-B4E8-B5A13942ACB1}" type="datetime1">
              <a:rPr lang="en-IN" smtClean="0"/>
              <a:t>02-06-2025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B7573-0EEC-4F18-B4D8-B9624EC7F9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6936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0B156-E9C2-4089-BE8B-039826BBCF49}" type="datetime1">
              <a:rPr lang="en-IN" smtClean="0"/>
              <a:t>02-06-2025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B7573-0EEC-4F18-B4D8-B9624EC7F9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2646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AA8F2-CEBB-42F2-ABB5-DBEDC54A2724}" type="datetime1">
              <a:rPr lang="en-IN" smtClean="0"/>
              <a:t>02-06-2025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B7573-0EEC-4F18-B4D8-B9624EC7F9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3898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4DCA7-BC2C-498A-8892-C3DA341BAC80}" type="datetime1">
              <a:rPr lang="en-IN" smtClean="0"/>
              <a:t>02-06-2025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B7573-0EEC-4F18-B4D8-B9624EC7F9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46477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EF9A9-599A-4B35-AA32-0CE3A73C181A}" type="datetime1">
              <a:rPr lang="en-IN" smtClean="0"/>
              <a:t>02-06-2025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B7573-0EEC-4F18-B4D8-B9624EC7F9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40004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88FD7-AC07-442D-84DA-2C9F324FA9B7}" type="datetime1">
              <a:rPr lang="en-IN" smtClean="0"/>
              <a:t>02-06-2025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B7573-0EEC-4F18-B4D8-B9624EC7F9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4636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60739-263C-4AC0-908C-23A0496DBB8C}" type="datetime1">
              <a:rPr lang="en-IN" smtClean="0"/>
              <a:t>02-06-2025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B7573-0EEC-4F18-B4D8-B9624EC7F9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04622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53856-92C1-48E2-A678-16485DB25C68}" type="datetime1">
              <a:rPr lang="en-IN" smtClean="0"/>
              <a:t>02-06-2025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B7573-0EEC-4F18-B4D8-B9624EC7F9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0433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39461-CAE6-476C-8ED6-DBF4B56C1ADD}" type="datetime1">
              <a:rPr lang="en-IN" smtClean="0"/>
              <a:t>02-06-2025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B7573-0EEC-4F18-B4D8-B9624EC7F9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7443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8007" y="222192"/>
            <a:ext cx="8785077" cy="632387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none"/>
        </p:style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8006" y="1008404"/>
            <a:ext cx="8785077" cy="51958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88006" y="6363177"/>
            <a:ext cx="11878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chemeClr val="tx1"/>
                </a:solidFill>
                <a:latin typeface="Leelawadee" panose="020B0502040204020203" pitchFamily="34" charset="-34"/>
                <a:cs typeface="Leelawadee" panose="020B0502040204020203" pitchFamily="34" charset="-34"/>
              </a:defRPr>
            </a:lvl1pPr>
          </a:lstStyle>
          <a:p>
            <a:fld id="{6AF89DF0-7DAD-40C2-A6C2-6C23C0306B67}" type="datetime1">
              <a:rPr lang="en-IN" smtClean="0"/>
              <a:pPr/>
              <a:t>02-06-2025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18603" y="6364897"/>
            <a:ext cx="69050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chemeClr val="tx1"/>
                </a:solidFill>
                <a:latin typeface="Leelawadee" panose="020B0502040204020203" pitchFamily="34" charset="-34"/>
                <a:cs typeface="Leelawadee" panose="020B0502040204020203" pitchFamily="34" charset="-34"/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17606" y="6364896"/>
            <a:ext cx="5383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/>
                </a:solidFill>
                <a:latin typeface="Leelawadee" panose="020B0502040204020203" pitchFamily="34" charset="-34"/>
                <a:cs typeface="Leelawadee" panose="020B0502040204020203" pitchFamily="34" charset="-34"/>
              </a:defRPr>
            </a:lvl1pPr>
          </a:lstStyle>
          <a:p>
            <a:fld id="{ADFB7573-0EEC-4F18-B4D8-B9624EC7F9C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8954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Leelawadee" panose="020B0502040204020203" pitchFamily="34" charset="-34"/>
          <a:ea typeface="+mj-ea"/>
          <a:cs typeface="Leelawadee" panose="020B0502040204020203" pitchFamily="34" charset="-34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Book Antiqua" panose="02040602050305030304" pitchFamily="18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C00000"/>
          </a:solidFill>
          <a:latin typeface="Book Antiqua" panose="02040602050305030304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Book Antiqua" panose="02040602050305030304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C00000"/>
          </a:solidFill>
          <a:latin typeface="Book Antiqua" panose="02040602050305030304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Book Antiqua" panose="020406020503050303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jpg"/><Relationship Id="rId7" Type="http://schemas.openxmlformats.org/officeDocument/2006/relationships/image" Target="../media/image7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jpeg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akeuseof.com/tag/raspberry-pi-smart-home-guide/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3E162-9269-475D-82BD-7ED6F020D3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176" y="310896"/>
            <a:ext cx="8641080" cy="1655763"/>
          </a:xfr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sz="3200" dirty="0">
                <a:solidFill>
                  <a:srgbClr val="FF0000"/>
                </a:solidFill>
                <a:cs typeface="Leelawadee" panose="020B0502040204020203"/>
              </a:rPr>
              <a:t>Applied Internet of Things(CSE 2198)</a:t>
            </a:r>
            <a:br>
              <a:rPr lang="en-US" sz="3200" dirty="0">
                <a:solidFill>
                  <a:srgbClr val="FF0000"/>
                </a:solidFill>
                <a:cs typeface="Leelawadee" panose="020B0502040204020203"/>
              </a:rPr>
            </a:br>
            <a:r>
              <a:rPr lang="en-US" sz="2700" b="0" dirty="0">
                <a:cs typeface="Leelawadee" panose="020B0502040204020203"/>
              </a:rPr>
              <a:t>Project Presentation on</a:t>
            </a:r>
            <a:br>
              <a:rPr lang="en-US" dirty="0">
                <a:cs typeface="Leelawadee" panose="020B0502040204020203"/>
              </a:rPr>
            </a:br>
            <a:r>
              <a:rPr lang="en-US" sz="2400" dirty="0"/>
              <a:t>Intelligent Home Automation System Using Hand Gesture Recognition and Raspberry Pi for Seamless Control.</a:t>
            </a:r>
            <a:endParaRPr lang="en-IN" sz="2400" dirty="0">
              <a:cs typeface="Leelawadee" panose="020B0502040204020203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9F460B-EF8D-4E52-A112-BCE867A59A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775901"/>
            <a:ext cx="3697268" cy="146867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Supervisor</a:t>
            </a:r>
          </a:p>
          <a:p>
            <a:r>
              <a:rPr lang="en-US" sz="2200" dirty="0">
                <a:solidFill>
                  <a:schemeClr val="tx1"/>
                </a:solidFill>
              </a:rPr>
              <a:t>Dr. </a:t>
            </a:r>
            <a:r>
              <a:rPr lang="en-US" sz="2200" dirty="0" err="1">
                <a:solidFill>
                  <a:schemeClr val="tx1"/>
                </a:solidFill>
              </a:rPr>
              <a:t>Biswaranjan</a:t>
            </a:r>
            <a:r>
              <a:rPr lang="en-US" sz="2200" dirty="0">
                <a:solidFill>
                  <a:schemeClr val="tx1"/>
                </a:solidFill>
              </a:rPr>
              <a:t> Swain</a:t>
            </a:r>
          </a:p>
          <a:p>
            <a:r>
              <a:rPr lang="en-US" sz="2200" dirty="0">
                <a:solidFill>
                  <a:schemeClr val="tx1"/>
                </a:solidFill>
              </a:rPr>
              <a:t>  Dr. Bhanja Kishore Swain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CBF480FF-180A-4C81-A907-DD371FF4ACE9}"/>
              </a:ext>
            </a:extLst>
          </p:cNvPr>
          <p:cNvSpPr txBox="1">
            <a:spLocks/>
          </p:cNvSpPr>
          <p:nvPr/>
        </p:nvSpPr>
        <p:spPr>
          <a:xfrm>
            <a:off x="5554336" y="2367671"/>
            <a:ext cx="3430176" cy="22951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accent5">
                    <a:lumMod val="75000"/>
                  </a:schemeClr>
                </a:solidFill>
                <a:latin typeface="Book Antiqua" panose="02040602050305030304" pitchFamily="18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Book Antiqua" panose="02040602050305030304" pitchFamily="18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accent5">
                    <a:lumMod val="75000"/>
                  </a:schemeClr>
                </a:solidFill>
                <a:latin typeface="Book Antiqua" panose="02040602050305030304" pitchFamily="18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Book Antiqua" panose="02040602050305030304" pitchFamily="18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accent5">
                    <a:lumMod val="75000"/>
                  </a:schemeClr>
                </a:solidFill>
                <a:latin typeface="Book Antiqua" panose="02040602050305030304" pitchFamily="18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rgbClr val="FF0000"/>
                </a:solidFill>
              </a:rPr>
              <a:t>Presented by</a:t>
            </a:r>
          </a:p>
          <a:p>
            <a:pPr algn="just"/>
            <a:r>
              <a:rPr lang="en-US" sz="2200" b="1" dirty="0">
                <a:solidFill>
                  <a:schemeClr val="tx1"/>
                </a:solidFill>
              </a:rPr>
              <a:t>Mr. </a:t>
            </a:r>
            <a:r>
              <a:rPr lang="en-IN" sz="2200" b="1" dirty="0">
                <a:solidFill>
                  <a:schemeClr val="tx1"/>
                </a:solidFill>
              </a:rPr>
              <a:t>Sourav Chakrabarty</a:t>
            </a:r>
            <a:r>
              <a:rPr lang="en-IN" sz="2200" b="1" dirty="0"/>
              <a:t>  </a:t>
            </a:r>
            <a:endParaRPr lang="en-US" sz="2200" b="1" dirty="0">
              <a:solidFill>
                <a:schemeClr val="tx1"/>
              </a:solidFill>
            </a:endParaRPr>
          </a:p>
          <a:p>
            <a:pPr algn="just"/>
            <a:r>
              <a:rPr lang="en-US" sz="2200" b="1" dirty="0">
                <a:solidFill>
                  <a:schemeClr val="tx1"/>
                </a:solidFill>
              </a:rPr>
              <a:t>Mr. Abhinab Kumar Das</a:t>
            </a:r>
          </a:p>
          <a:p>
            <a:pPr algn="just"/>
            <a:r>
              <a:rPr lang="en-US" sz="2200" b="1" dirty="0">
                <a:solidFill>
                  <a:schemeClr val="tx1"/>
                </a:solidFill>
              </a:rPr>
              <a:t>Mr. Sagar </a:t>
            </a:r>
            <a:r>
              <a:rPr lang="en-IN" sz="2200" b="1" dirty="0">
                <a:solidFill>
                  <a:schemeClr val="tx1"/>
                </a:solidFill>
              </a:rPr>
              <a:t>Choudhury</a:t>
            </a:r>
            <a:r>
              <a:rPr lang="en-IN" sz="2200" b="1" dirty="0"/>
              <a:t> </a:t>
            </a:r>
            <a:endParaRPr lang="en-US" sz="2200" b="1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">
            <a:extLst>
              <a:ext uri="{FF2B5EF4-FFF2-40B4-BE49-F238E27FC236}">
                <a16:creationId xmlns:a16="http://schemas.microsoft.com/office/drawing/2014/main" id="{FDF4EF9C-1C59-4B21-AC6D-C604B3D05DC8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697268" y="2504398"/>
            <a:ext cx="1847850" cy="1847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775B10EB-3668-4404-A943-B17C14B6DFE1}"/>
              </a:ext>
            </a:extLst>
          </p:cNvPr>
          <p:cNvSpPr txBox="1">
            <a:spLocks/>
          </p:cNvSpPr>
          <p:nvPr/>
        </p:nvSpPr>
        <p:spPr>
          <a:xfrm>
            <a:off x="265176" y="5175503"/>
            <a:ext cx="8409432" cy="11475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accent5">
                    <a:lumMod val="75000"/>
                  </a:schemeClr>
                </a:solidFill>
                <a:latin typeface="Book Antiqua" panose="02040602050305030304" pitchFamily="18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Book Antiqua" panose="02040602050305030304" pitchFamily="18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accent5">
                    <a:lumMod val="75000"/>
                  </a:schemeClr>
                </a:solidFill>
                <a:latin typeface="Book Antiqua" panose="02040602050305030304" pitchFamily="18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Book Antiqua" panose="02040602050305030304" pitchFamily="18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accent5">
                    <a:lumMod val="75000"/>
                  </a:schemeClr>
                </a:solidFill>
                <a:latin typeface="Book Antiqua" panose="02040602050305030304" pitchFamily="18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56E70F7-CC93-4CD3-83E5-7FA138D63B4F}"/>
              </a:ext>
            </a:extLst>
          </p:cNvPr>
          <p:cNvSpPr txBox="1">
            <a:spLocks/>
          </p:cNvSpPr>
          <p:nvPr/>
        </p:nvSpPr>
        <p:spPr>
          <a:xfrm>
            <a:off x="265176" y="4782311"/>
            <a:ext cx="8641080" cy="1830863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horz" lIns="91440" tIns="45720" rIns="91440" bIns="45720" rtlCol="0" anchor="b">
            <a:norm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3200" b="0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US" sz="2000" dirty="0">
                <a:cs typeface="Leelawadee" panose="020B0502040204020203"/>
              </a:rPr>
              <a:t>Department of Computer Science and Engineering (IOT)</a:t>
            </a:r>
          </a:p>
          <a:p>
            <a:r>
              <a:rPr lang="en-US" sz="2400" b="1" dirty="0">
                <a:cs typeface="Leelawadee" panose="020B0502040204020203"/>
              </a:rPr>
              <a:t>Institute of Technical Education &amp; Research (ITER)</a:t>
            </a:r>
          </a:p>
          <a:p>
            <a:endParaRPr lang="en-US" sz="2400" dirty="0">
              <a:cs typeface="Leelawadee" panose="020B0502040204020203"/>
            </a:endParaRPr>
          </a:p>
          <a:p>
            <a:r>
              <a:rPr lang="en-US" sz="2400" b="1" dirty="0" err="1">
                <a:cs typeface="Leelawadee" panose="020B0502040204020203"/>
              </a:rPr>
              <a:t>Siksha</a:t>
            </a:r>
            <a:r>
              <a:rPr lang="en-US" sz="2400" b="1" dirty="0">
                <a:cs typeface="Leelawadee" panose="020B0502040204020203"/>
              </a:rPr>
              <a:t> ‘O’ </a:t>
            </a:r>
            <a:r>
              <a:rPr lang="en-US" sz="2400" b="1" dirty="0" err="1">
                <a:cs typeface="Leelawadee" panose="020B0502040204020203"/>
              </a:rPr>
              <a:t>Anusandhan</a:t>
            </a:r>
            <a:r>
              <a:rPr lang="en-US" sz="2400" b="1" dirty="0">
                <a:cs typeface="Leelawadee" panose="020B0502040204020203"/>
              </a:rPr>
              <a:t> Deemed to be University, Bhubaneswar</a:t>
            </a:r>
          </a:p>
          <a:p>
            <a:r>
              <a:rPr lang="en-US" sz="1800" dirty="0">
                <a:cs typeface="Leelawadee" panose="020B0502040204020203"/>
              </a:rPr>
              <a:t>May, 2025</a:t>
            </a:r>
            <a:endParaRPr lang="en-IN" sz="1800" dirty="0">
              <a:cs typeface="Leelawadee" panose="020B0502040204020203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2AF768-D299-09F6-A226-7B726833747C}"/>
              </a:ext>
            </a:extLst>
          </p:cNvPr>
          <p:cNvSpPr txBox="1"/>
          <p:nvPr/>
        </p:nvSpPr>
        <p:spPr>
          <a:xfrm>
            <a:off x="2477385" y="1990519"/>
            <a:ext cx="393936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Presented By :- Group 9</a:t>
            </a:r>
            <a:endParaRPr lang="en-US" sz="2000" b="0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43692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FC446-FC6F-4323-8E5E-54D5298BC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Contents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241B09-66EE-494B-AB83-084049831A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Introduction	</a:t>
            </a:r>
          </a:p>
          <a:p>
            <a:r>
              <a:rPr lang="en-US" dirty="0"/>
              <a:t>Literature Survey	</a:t>
            </a:r>
          </a:p>
          <a:p>
            <a:r>
              <a:rPr lang="en-US" dirty="0"/>
              <a:t>Design Scheme	</a:t>
            </a:r>
          </a:p>
          <a:p>
            <a:r>
              <a:rPr lang="en-US" dirty="0"/>
              <a:t>Testing, Analysis, And Evaluation	</a:t>
            </a:r>
          </a:p>
          <a:p>
            <a:r>
              <a:rPr lang="en-US" dirty="0"/>
              <a:t>Socio-economic Issues Associated With The Project</a:t>
            </a:r>
          </a:p>
          <a:p>
            <a:r>
              <a:rPr lang="en-US" dirty="0"/>
              <a:t>Engineering Tools And Standards	</a:t>
            </a:r>
          </a:p>
          <a:p>
            <a:r>
              <a:rPr lang="en-US" dirty="0"/>
              <a:t>Conclusion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E05AB0-97FA-46C0-9103-759A544B4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17-05-2025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E03A6-7930-4EB8-BE49-CB366A3EA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----------------------------------------------------------------------------------------------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AFEBD3-61BF-443F-9481-BE1580B7C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B7573-0EEC-4F18-B4D8-B9624EC7F9C7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9219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BF116-97EB-49F9-868F-4FF8C27C9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Introduction	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39FD1C-EC1F-4F98-87A9-6C64F1FEC0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Imagine being able to control your home appliances just by your Hand Gesture.</a:t>
            </a:r>
          </a:p>
          <a:p>
            <a:r>
              <a:rPr lang="en-US" dirty="0"/>
              <a:t>There is :-                                   </a:t>
            </a:r>
          </a:p>
          <a:p>
            <a:pPr marL="0" indent="0">
              <a:buNone/>
            </a:pPr>
            <a:r>
              <a:rPr lang="en-US" b="1" dirty="0"/>
              <a:t>-NO  SWITCHES</a:t>
            </a:r>
          </a:p>
          <a:p>
            <a:pPr marL="0" indent="0">
              <a:buNone/>
            </a:pPr>
            <a:r>
              <a:rPr lang="en-US" b="1" dirty="0"/>
              <a:t>-NO VOICE COMMAND</a:t>
            </a:r>
          </a:p>
          <a:p>
            <a:pPr marL="0" indent="0">
              <a:buNone/>
            </a:pPr>
            <a:r>
              <a:rPr lang="en-US" b="1" dirty="0"/>
              <a:t>-NO REMOTE</a:t>
            </a:r>
          </a:p>
          <a:p>
            <a:endParaRPr lang="en-US" dirty="0"/>
          </a:p>
          <a:p>
            <a:r>
              <a:rPr lang="en-US" dirty="0"/>
              <a:t>Our project is all about controlling home appliances using hand gestures. We use a </a:t>
            </a:r>
            <a:r>
              <a:rPr lang="en-US" b="1" dirty="0"/>
              <a:t>Raspberry Pi Zero 2w</a:t>
            </a:r>
            <a:r>
              <a:rPr lang="en-US" dirty="0"/>
              <a:t> and </a:t>
            </a:r>
            <a:r>
              <a:rPr lang="en-US" b="1" dirty="0"/>
              <a:t>a camera </a:t>
            </a:r>
            <a:r>
              <a:rPr lang="en-US" dirty="0"/>
              <a:t>to recognize hand gestures. The goal is to make home controlling devices </a:t>
            </a:r>
            <a:r>
              <a:rPr lang="en-US" b="1" dirty="0"/>
              <a:t>easier</a:t>
            </a:r>
            <a:r>
              <a:rPr lang="en-US" dirty="0"/>
              <a:t> and</a:t>
            </a:r>
            <a:r>
              <a:rPr lang="en-US" b="1" dirty="0"/>
              <a:t> cost-effective</a:t>
            </a:r>
            <a:r>
              <a:rPr lang="en-US" dirty="0"/>
              <a:t>, </a:t>
            </a:r>
            <a:r>
              <a:rPr lang="en-US" b="1" dirty="0"/>
              <a:t>touchless home automation system</a:t>
            </a:r>
            <a:r>
              <a:rPr lang="en-US" dirty="0"/>
              <a:t> 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414526-8011-4C79-AB11-4EFF2BB6B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17-05-2025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C0A33-20B8-4BAA-A38B-6E192AB6D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----------------------------------------------------------------------------------------------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9C5D16-38AE-4E8A-8719-DC2DB0EC3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B7573-0EEC-4F18-B4D8-B9624EC7F9C7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8689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DA67D-7919-4BD9-85F8-F9B052700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Literature Survey	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8BA668-8ABC-489D-905A-8471DC562B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0536" y="1010097"/>
            <a:ext cx="8785077" cy="5195843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en-US" b="1" dirty="0"/>
              <a:t>Project Uniqueness</a:t>
            </a:r>
          </a:p>
          <a:p>
            <a:pPr>
              <a:buNone/>
            </a:pPr>
            <a:r>
              <a:rPr lang="en-US" dirty="0"/>
              <a:t>   Most existing smart home and gesture control systems rely on high-end boards or cloud-based solutions</a:t>
            </a:r>
          </a:p>
          <a:p>
            <a:pPr>
              <a:buNone/>
            </a:pPr>
            <a:r>
              <a:rPr lang="en-US" dirty="0"/>
              <a:t>  (Han et al., 2015).</a:t>
            </a:r>
          </a:p>
          <a:p>
            <a:pPr>
              <a:buNone/>
            </a:pPr>
            <a:r>
              <a:rPr lang="en-US" b="1" dirty="0"/>
              <a:t>Our project is different: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Uses </a:t>
            </a:r>
            <a:r>
              <a:rPr lang="en-US" b="1" dirty="0"/>
              <a:t>Raspberry Pi Zero 2W</a:t>
            </a:r>
            <a:r>
              <a:rPr lang="en-US" dirty="0"/>
              <a:t> — low-cost and compact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Relies on </a:t>
            </a:r>
            <a:r>
              <a:rPr lang="en-US" b="1" dirty="0"/>
              <a:t>hand gestures</a:t>
            </a:r>
            <a:r>
              <a:rPr lang="en-US" dirty="0"/>
              <a:t> — no apps or voice commands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Minimal internet dependency</a:t>
            </a:r>
            <a:r>
              <a:rPr lang="en-US" dirty="0"/>
              <a:t> — only for model downloads or updates</a:t>
            </a:r>
          </a:p>
          <a:p>
            <a:r>
              <a:rPr lang="en-US" dirty="0"/>
              <a:t>This makes our system </a:t>
            </a:r>
            <a:r>
              <a:rPr lang="en-US" b="1" dirty="0"/>
              <a:t>affordable</a:t>
            </a:r>
            <a:r>
              <a:rPr lang="en-US" dirty="0"/>
              <a:t>, </a:t>
            </a:r>
            <a:r>
              <a:rPr lang="en-US" b="1" dirty="0"/>
              <a:t>simple</a:t>
            </a:r>
            <a:r>
              <a:rPr lang="en-US" dirty="0"/>
              <a:t>, and ideal for </a:t>
            </a:r>
            <a:r>
              <a:rPr lang="en-US" b="1" dirty="0"/>
              <a:t>hands-free control</a:t>
            </a:r>
            <a:r>
              <a:rPr lang="en-US" dirty="0"/>
              <a:t>.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3A2C1-2501-4DAC-9128-40D36DA36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17-05-2025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22AA19-EE50-43B1-AE91-BD1DDB38B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----------------------------------------------------------------------------------------------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ED7361-8AF9-49A3-B25B-B1043E057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B7573-0EEC-4F18-B4D8-B9624EC7F9C7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50700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F844A-1C50-8BB8-9E69-13673D6A8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Design Scheme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5BCCB2-F289-279A-074A-9FEF4D7A7E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Tools Used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Hardware</a:t>
            </a:r>
            <a:r>
              <a:rPr lang="en-US" dirty="0"/>
              <a:t>: Raspberry Pi Zero 2w, Pi Camera Module, Relay Module , Breadboard , Motor Fan, Light And Buzzer.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Software</a:t>
            </a:r>
            <a:r>
              <a:rPr lang="en-US" dirty="0"/>
              <a:t>: Python, OpenCV, </a:t>
            </a:r>
            <a:r>
              <a:rPr lang="en-US" dirty="0" err="1"/>
              <a:t>CVZone</a:t>
            </a:r>
            <a:r>
              <a:rPr lang="en-US" dirty="0"/>
              <a:t>, </a:t>
            </a:r>
            <a:r>
              <a:rPr lang="en-US" dirty="0" err="1"/>
              <a:t>Mediapipe</a:t>
            </a:r>
            <a:r>
              <a:rPr lang="en-US" dirty="0"/>
              <a:t>.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5381B5-9BB5-AB6E-2019-48AA0D76E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8749E-3FF3-41B2-B4DE-BB379C572509}" type="datetime1">
              <a:rPr lang="en-IN" smtClean="0"/>
              <a:t>02-06-2025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B79592-99F9-9C4A-170B-56BB42186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BE95E8-3284-C6BE-47E5-CC8F17F3C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B7573-0EEC-4F18-B4D8-B9624EC7F9C7}" type="slidenum">
              <a:rPr lang="en-IN" smtClean="0"/>
              <a:t>5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3D127A2-4EC4-B570-FC1A-2F32806C1D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587" y="4960006"/>
            <a:ext cx="1624345" cy="127261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F214166-2C61-5820-F6D1-3C2DD176D3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1787" y="4877827"/>
            <a:ext cx="900888" cy="134060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8D7A09C-BD53-F805-312D-7263EDA30C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697726">
            <a:off x="2269911" y="3338226"/>
            <a:ext cx="1457640" cy="145764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741A051-2D9C-F163-F476-89DC9A54E7E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5443" y="4742236"/>
            <a:ext cx="1509968" cy="150996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8C41231-4226-4D55-BF1F-BF107BB0DE4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4603" y="3140292"/>
            <a:ext cx="2100916" cy="210091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208B920-9FCD-D01D-E2F6-80061E321F9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006" y="3231178"/>
            <a:ext cx="1785920" cy="1785920"/>
          </a:xfrm>
          <a:prstGeom prst="rect">
            <a:avLst/>
          </a:prstGeom>
        </p:spPr>
      </p:pic>
      <p:pic>
        <p:nvPicPr>
          <p:cNvPr id="1026" name="Picture 2" descr="MediaPipe - YouTube">
            <a:extLst>
              <a:ext uri="{FF2B5EF4-FFF2-40B4-BE49-F238E27FC236}">
                <a16:creationId xmlns:a16="http://schemas.microsoft.com/office/drawing/2014/main" id="{F3CE482D-9DC3-46B0-B3A4-21BE864832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4931" y="3543413"/>
            <a:ext cx="1161450" cy="116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A100655-1BE1-92E5-7A04-7EF25C24406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643" y="4742236"/>
            <a:ext cx="1424638" cy="1424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482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BDCC2-6D33-475E-B7AB-E070F315D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Design Scheme	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AE589C-38FE-411E-B406-9B831DCAC9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b="1" dirty="0"/>
              <a:t>How Our System Works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Gesture Capture:</a:t>
            </a:r>
            <a:br>
              <a:rPr lang="en-US" dirty="0"/>
            </a:br>
            <a:r>
              <a:rPr lang="en-US" dirty="0"/>
              <a:t>A camera continuously monitors the user's hand and captures real-time gestures.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Gesture Recognition:</a:t>
            </a:r>
            <a:br>
              <a:rPr lang="en-US" dirty="0"/>
            </a:br>
            <a:r>
              <a:rPr lang="en-US" dirty="0"/>
              <a:t>The captured image is processed by a machine learning model running on the Raspberry Pi Zero 2W. The model analyzes the input and identifies predefined hand gestures.</a:t>
            </a:r>
          </a:p>
          <a:p>
            <a:pPr>
              <a:buFont typeface="+mj-lt"/>
              <a:buAutoNum type="arabicPeriod"/>
            </a:pPr>
            <a:r>
              <a:rPr lang="en-US" b="1"/>
              <a:t>Action Execution:</a:t>
            </a:r>
            <a:br>
              <a:rPr lang="en-US"/>
            </a:br>
            <a:r>
              <a:rPr lang="en-US"/>
              <a:t>Upon recognizing a valid gesture, the system sends a control signal to a relay module, which is used to switch a connected device </a:t>
            </a:r>
            <a:r>
              <a:rPr lang="en-US" b="1"/>
              <a:t>ON</a:t>
            </a:r>
            <a:r>
              <a:rPr lang="en-US"/>
              <a:t> or </a:t>
            </a:r>
            <a:r>
              <a:rPr lang="en-US" b="1"/>
              <a:t>OFF</a:t>
            </a:r>
            <a:r>
              <a:rPr lang="en-US"/>
              <a:t> accordingly</a:t>
            </a:r>
          </a:p>
          <a:p>
            <a:pPr>
              <a:buNone/>
            </a:pPr>
            <a:endParaRPr lang="en-US" dirty="0"/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AF3C58-E326-42D4-919E-EF72FBD5D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17-05-2025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FC01EA-0A12-4058-8A64-690329E15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----------------------------------------------------------------------------------------------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E9D8E9-34BC-4BA8-9B48-41A92F1A1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B7573-0EEC-4F18-B4D8-B9624EC7F9C7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65081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FD5CC-CC5D-5EAA-4BD0-A89104EC0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Design Scheme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6B007D-C0D0-71CD-81E4-B6FD77845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8749E-3FF3-41B2-B4DE-BB379C572509}" type="datetime1">
              <a:rPr lang="en-IN" smtClean="0"/>
              <a:t>02-06-2025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F048D3-285F-7B44-D1AB-95FA4722C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364B02-9C82-AB46-5AE3-CFE733321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B7573-0EEC-4F18-B4D8-B9624EC7F9C7}" type="slidenum">
              <a:rPr lang="en-IN" smtClean="0"/>
              <a:t>7</a:t>
            </a:fld>
            <a:endParaRPr lang="en-IN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D921AFBD-DA5A-AB2F-9BA5-3A8838F760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596" y="1033379"/>
            <a:ext cx="8785225" cy="5041902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0D36C66-561A-7752-3BD6-2FEAD2F3B08E}"/>
              </a:ext>
            </a:extLst>
          </p:cNvPr>
          <p:cNvSpPr/>
          <p:nvPr/>
        </p:nvSpPr>
        <p:spPr>
          <a:xfrm>
            <a:off x="6814912" y="1033379"/>
            <a:ext cx="1109598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1200" dirty="0">
                <a:ln w="0"/>
                <a:solidFill>
                  <a:schemeClr val="accent5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ngravers MT" panose="02090707080505020304" pitchFamily="18" charset="0"/>
              </a:rPr>
              <a:t>Abhinab</a:t>
            </a:r>
          </a:p>
          <a:p>
            <a:r>
              <a:rPr lang="en-US" sz="1200" b="0" cap="none" spc="0" dirty="0">
                <a:ln w="0"/>
                <a:solidFill>
                  <a:schemeClr val="accent5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ngravers MT" panose="02090707080505020304" pitchFamily="18" charset="0"/>
              </a:rPr>
              <a:t>Sourav</a:t>
            </a:r>
          </a:p>
          <a:p>
            <a:r>
              <a:rPr lang="en-US" sz="1200" dirty="0">
                <a:ln w="0"/>
                <a:solidFill>
                  <a:schemeClr val="accent5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ngravers MT" panose="02090707080505020304" pitchFamily="18" charset="0"/>
              </a:rPr>
              <a:t>Sagar</a:t>
            </a:r>
            <a:endParaRPr lang="en-US" sz="1200" b="0" cap="none" spc="0" dirty="0">
              <a:ln w="0"/>
              <a:solidFill>
                <a:schemeClr val="accent5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Engravers MT" panose="0209070708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72081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C3E45-BD74-280B-32F8-DC4E847C9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CODE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1A0EAF-E524-5AED-BF46-F7203E41F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8749E-3FF3-41B2-B4DE-BB379C572509}" type="datetime1">
              <a:rPr lang="en-IN" smtClean="0"/>
              <a:t>02-06-2025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868450-8983-572A-83D5-991CE1FFD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19DBA1-0B61-6106-CA1B-F08CE718A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B7573-0EEC-4F18-B4D8-B9624EC7F9C7}" type="slidenum">
              <a:rPr lang="en-IN" smtClean="0"/>
              <a:t>8</a:t>
            </a:fld>
            <a:endParaRPr lang="en-IN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F4512009-D530-B04E-5576-3A244BFF40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006" y="1010075"/>
            <a:ext cx="6374335" cy="5195887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9640154-1AEE-8B80-B327-02E477DBFF8F}"/>
              </a:ext>
            </a:extLst>
          </p:cNvPr>
          <p:cNvSpPr txBox="1"/>
          <p:nvPr/>
        </p:nvSpPr>
        <p:spPr>
          <a:xfrm>
            <a:off x="5178055" y="3146353"/>
            <a:ext cx="1578936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n w="0"/>
                <a:solidFill>
                  <a:schemeClr val="accent5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ngravers MT" panose="02090707080505020304" pitchFamily="18" charset="0"/>
              </a:rPr>
              <a:t>Abhinab</a:t>
            </a:r>
          </a:p>
          <a:p>
            <a:r>
              <a:rPr lang="en-US" sz="1100" b="0" cap="none" spc="0" dirty="0">
                <a:ln w="0"/>
                <a:solidFill>
                  <a:schemeClr val="accent5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ngravers MT" panose="02090707080505020304" pitchFamily="18" charset="0"/>
              </a:rPr>
              <a:t>Sourav</a:t>
            </a:r>
          </a:p>
          <a:p>
            <a:r>
              <a:rPr lang="en-US" sz="1100" dirty="0">
                <a:ln w="0"/>
                <a:solidFill>
                  <a:schemeClr val="accent5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ngravers MT" panose="02090707080505020304" pitchFamily="18" charset="0"/>
              </a:rPr>
              <a:t>Sagar</a:t>
            </a:r>
            <a:endParaRPr lang="en-US" sz="1100" b="0" cap="none" spc="0" dirty="0">
              <a:ln w="0"/>
              <a:solidFill>
                <a:schemeClr val="accent5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Engravers MT" panose="02090707080505020304" pitchFamily="18" charset="0"/>
            </a:endParaRPr>
          </a:p>
          <a:p>
            <a:endParaRPr lang="en-IN" dirty="0">
              <a:solidFill>
                <a:schemeClr val="accent2">
                  <a:lumMod val="60000"/>
                  <a:lumOff val="40000"/>
                </a:schemeClr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68053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39FA8-59C8-8B62-9746-3F313ABFD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CODE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C7E09F0-AB91-8D92-10AA-B681ECA929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650" y="1320560"/>
            <a:ext cx="8648700" cy="2752725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0529D5-2B34-405B-487F-F6FE9A710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8749E-3FF3-41B2-B4DE-BB379C572509}" type="datetime1">
              <a:rPr lang="en-IN" smtClean="0"/>
              <a:t>02-06-2025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90BF7A-59E8-9D74-3ED8-DED2B4D87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DEF60F-B043-20E2-4D0D-29B0ADFC0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B7573-0EEC-4F18-B4D8-B9624EC7F9C7}" type="slidenum">
              <a:rPr lang="en-IN" smtClean="0"/>
              <a:t>9</a:t>
            </a:fld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58B6AD-D05E-1521-90D4-267BDC411A8C}"/>
              </a:ext>
            </a:extLst>
          </p:cNvPr>
          <p:cNvSpPr txBox="1"/>
          <p:nvPr/>
        </p:nvSpPr>
        <p:spPr>
          <a:xfrm>
            <a:off x="6794205" y="2562447"/>
            <a:ext cx="1032655" cy="87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n w="0"/>
                <a:solidFill>
                  <a:schemeClr val="accent5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ngravers MT" panose="02090707080505020304" pitchFamily="18" charset="0"/>
              </a:rPr>
              <a:t>Abhinab</a:t>
            </a:r>
          </a:p>
          <a:p>
            <a:r>
              <a:rPr lang="en-US" sz="1100" b="0" cap="none" spc="0" dirty="0">
                <a:ln w="0"/>
                <a:solidFill>
                  <a:schemeClr val="accent5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ngravers MT" panose="02090707080505020304" pitchFamily="18" charset="0"/>
              </a:rPr>
              <a:t>Sourav</a:t>
            </a:r>
          </a:p>
          <a:p>
            <a:r>
              <a:rPr lang="en-US" sz="1100" dirty="0">
                <a:ln w="0"/>
                <a:solidFill>
                  <a:schemeClr val="accent5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ngravers MT" panose="02090707080505020304" pitchFamily="18" charset="0"/>
              </a:rPr>
              <a:t>Sagar</a:t>
            </a:r>
            <a:endParaRPr lang="en-US" sz="1100" b="0" cap="none" spc="0" dirty="0">
              <a:ln w="0"/>
              <a:solidFill>
                <a:schemeClr val="accent5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Engravers MT" panose="02090707080505020304" pitchFamily="18" charset="0"/>
            </a:endParaRPr>
          </a:p>
          <a:p>
            <a:endParaRPr lang="en-IN" dirty="0">
              <a:solidFill>
                <a:schemeClr val="accent2">
                  <a:lumMod val="60000"/>
                  <a:lumOff val="40000"/>
                </a:schemeClr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34209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CE155-F441-4474-B05F-FF82F7279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Testing (Breadboard Implementation)	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F0F76B-003D-4533-8B5B-E7D4FBC773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1800" b="1" dirty="0"/>
              <a:t>System Testing Summary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/>
              <a:t>Platform:</a:t>
            </a:r>
            <a:r>
              <a:rPr lang="en-US" sz="1800" dirty="0"/>
              <a:t> Raspberry Pi Zero 2W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/>
              <a:t>Setup:</a:t>
            </a:r>
            <a:r>
              <a:rPr lang="en-US" sz="1800" dirty="0"/>
              <a:t> Breadboard-based prototype</a:t>
            </a:r>
          </a:p>
          <a:p>
            <a:pPr>
              <a:buNone/>
            </a:pPr>
            <a:r>
              <a:rPr lang="en-US" sz="1800" b="1" dirty="0"/>
              <a:t>Setup Confirmation</a:t>
            </a:r>
            <a:endParaRPr lang="en-US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/>
              <a:t>Physical Pin 18 (GPIO 24):</a:t>
            </a:r>
            <a:r>
              <a:rPr lang="en-US" sz="1800" dirty="0"/>
              <a:t> Connected to the relay module’s input (e.g., IN2 or another input pin) to control the bulb.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/>
              <a:t>Physical Pin 16 (GPIO 23):</a:t>
            </a:r>
            <a:r>
              <a:rPr lang="en-US" sz="1800" dirty="0"/>
              <a:t> Connected to the relay module’s IN1 to control the fan.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/>
              <a:t>Relay Module:</a:t>
            </a:r>
            <a:r>
              <a:rPr lang="en-US" sz="1800" dirty="0"/>
              <a:t> Likely a 5V or 3.3V relay module (common for Raspberry Pi projects). Ensure the relay is compatible with the Pi’s 3.3V GPIO logic levels. Some relays require a 5V signal, which may need a level shifter or transistor to avoid damaging the Pi.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/>
              <a:t>Power:</a:t>
            </a:r>
            <a:r>
              <a:rPr lang="en-US" sz="1800" dirty="0"/>
              <a:t> The relay module’s VCC is likely connected to the Pi’s 5V pin (e.g., physical pin 2 or 4), and GND is connected to a ground pin (e.g., physical pin 6).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/>
              <a:t>Devices:</a:t>
            </a:r>
            <a:r>
              <a:rPr lang="en-US" sz="1800" dirty="0"/>
              <a:t> The bulb and fan are connected to the relay’s output terminals (NO/NC for normally open/ normally closed operation).</a:t>
            </a:r>
          </a:p>
          <a:p>
            <a:pPr marL="0" indent="0">
              <a:buNone/>
            </a:pPr>
            <a:endParaRPr lang="en-IN" sz="1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780A99-3F23-4C1E-98CF-16F6360CF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17-05-2025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4B9871-308C-4EED-9045-38B80AE9A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----------------------------------------------------------------------------------------------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FBEBC1-730B-46C9-B7B9-A8EE8DF71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B7573-0EEC-4F18-B4D8-B9624EC7F9C7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77630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D66A4-BAC9-4BF3-CD7B-8EC17DD33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Testing (Problems Encountered)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E33772-E8BB-3A36-1BCE-BBCD34E877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400" b="1" dirty="0"/>
              <a:t>Performance Observations: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Processing Power:</a:t>
            </a:r>
            <a:r>
              <a:rPr lang="en-US" sz="2400" dirty="0"/>
              <a:t> Limited; device </a:t>
            </a:r>
            <a:r>
              <a:rPr lang="en-US" sz="2400" b="1" dirty="0"/>
              <a:t>overheats under load</a:t>
            </a:r>
            <a:r>
              <a:rPr lang="en-US" sz="2400" dirty="0"/>
              <a:t>, leading to </a:t>
            </a:r>
            <a:r>
              <a:rPr lang="en-US" sz="2400" b="1" dirty="0"/>
              <a:t>thermal throttling</a:t>
            </a:r>
            <a:r>
              <a:rPr lang="en-US" sz="2400" dirty="0"/>
              <a:t> and </a:t>
            </a:r>
            <a:r>
              <a:rPr lang="en-US" sz="2400" b="1" dirty="0"/>
              <a:t>reduced performance</a:t>
            </a:r>
            <a:r>
              <a:rPr lang="en-US" sz="2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Response Time:</a:t>
            </a:r>
            <a:r>
              <a:rPr lang="en-US" sz="2400" dirty="0"/>
              <a:t> Gesture recognition takes approximately </a:t>
            </a:r>
            <a:r>
              <a:rPr lang="en-US" sz="2400" b="1" dirty="0"/>
              <a:t>4 – 5 seconds</a:t>
            </a:r>
            <a:r>
              <a:rPr lang="en-US" sz="2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Accuracy:</a:t>
            </a:r>
            <a:r>
              <a:rPr lang="en-US" sz="2400" dirty="0"/>
              <a:t> Gestures are recognized </a:t>
            </a:r>
            <a:r>
              <a:rPr lang="en-US" sz="2400" b="1" dirty="0"/>
              <a:t>70 – 80% of the time</a:t>
            </a:r>
            <a:r>
              <a:rPr lang="en-US" sz="2400" dirty="0"/>
              <a:t> under normal lighting.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Lighting Sensitivity:</a:t>
            </a:r>
            <a:r>
              <a:rPr lang="en-US" sz="2400" dirty="0"/>
              <a:t> Performance </a:t>
            </a:r>
            <a:r>
              <a:rPr lang="en-US" sz="2400" b="1" dirty="0"/>
              <a:t>degrades significantly</a:t>
            </a:r>
            <a:r>
              <a:rPr lang="en-US" sz="2400" dirty="0"/>
              <a:t> in </a:t>
            </a:r>
            <a:r>
              <a:rPr lang="en-US" sz="2400" b="1" dirty="0"/>
              <a:t>low-light conditions</a:t>
            </a:r>
            <a:r>
              <a:rPr lang="en-US" sz="2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Gesture Complexity:</a:t>
            </a:r>
            <a:r>
              <a:rPr lang="en-US" sz="2400" dirty="0"/>
              <a:t> System performs reliably only with </a:t>
            </a:r>
            <a:r>
              <a:rPr lang="en-US" sz="2400" b="1" dirty="0"/>
              <a:t>simple gestures</a:t>
            </a:r>
            <a:r>
              <a:rPr lang="en-US" sz="2400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47E3D1-9D07-26C3-CABE-95008DAE9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8749E-3FF3-41B2-B4DE-BB379C572509}" type="datetime1">
              <a:rPr lang="en-IN" smtClean="0"/>
              <a:t>02-06-2025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BE2DD2-261A-C550-1A7B-3D59B52D9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-----------------------------------------------------------------------------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7D895F-94D1-E548-75BD-8C627EBDD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B7573-0EEC-4F18-B4D8-B9624EC7F9C7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58981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BB612-8A52-A5C6-EDF2-2991953E4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Testing(Using Graph)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851E968-30C0-4218-A779-5DA2AC7FF9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1042" y="1010934"/>
            <a:ext cx="4518162" cy="5195887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DFFAD3-3DB8-903D-463B-185BDA644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8749E-3FF3-41B2-B4DE-BB379C572509}" type="datetime1">
              <a:rPr lang="en-IN" smtClean="0"/>
              <a:t>02-06-2025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374DBD-5911-6B50-37CB-6ED89E7FC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277A62-6253-57D3-F465-BD03F34E5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B7573-0EEC-4F18-B4D8-B9624EC7F9C7}" type="slidenum">
              <a:rPr lang="en-IN" smtClean="0"/>
              <a:t>12</a:t>
            </a:fld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D537EE-388F-30EC-B368-79709C791C89}"/>
              </a:ext>
            </a:extLst>
          </p:cNvPr>
          <p:cNvSpPr txBox="1"/>
          <p:nvPr/>
        </p:nvSpPr>
        <p:spPr>
          <a:xfrm>
            <a:off x="170916" y="852858"/>
            <a:ext cx="4298934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Book Antiqua" panose="02040602050305030304" pitchFamily="18" charset="0"/>
              </a:rPr>
              <a:t>Interference </a:t>
            </a:r>
            <a:r>
              <a:rPr lang="en-US" sz="3200" dirty="0">
                <a:latin typeface="Book Antiqua" panose="02040602050305030304" pitchFamily="18" charset="0"/>
              </a:rPr>
              <a:t>: Due to network interference raspberry pi zero 2w struggles to connect through headless method</a:t>
            </a:r>
            <a:endParaRPr lang="en-IN" sz="3200" dirty="0">
              <a:latin typeface="Book Antiqua" panose="02040602050305030304" pitchFamily="18" charset="0"/>
            </a:endParaRPr>
          </a:p>
          <a:p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DFAD84-03CA-F7A1-74BC-201D3AA5B5EC}"/>
              </a:ext>
            </a:extLst>
          </p:cNvPr>
          <p:cNvSpPr txBox="1"/>
          <p:nvPr/>
        </p:nvSpPr>
        <p:spPr>
          <a:xfrm>
            <a:off x="7182293" y="1130717"/>
            <a:ext cx="140881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n w="0"/>
                <a:solidFill>
                  <a:schemeClr val="accent5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ngravers MT" panose="02090707080505020304" pitchFamily="18" charset="0"/>
              </a:rPr>
              <a:t>Abhinab</a:t>
            </a:r>
          </a:p>
          <a:p>
            <a:r>
              <a:rPr lang="en-US" sz="1400" b="0" cap="none" spc="0" dirty="0">
                <a:ln w="0"/>
                <a:solidFill>
                  <a:schemeClr val="accent5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ngravers MT" panose="02090707080505020304" pitchFamily="18" charset="0"/>
              </a:rPr>
              <a:t>Sourav</a:t>
            </a:r>
          </a:p>
          <a:p>
            <a:r>
              <a:rPr lang="en-US" sz="1400" dirty="0">
                <a:ln w="0"/>
                <a:solidFill>
                  <a:schemeClr val="accent5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ngravers MT" panose="02090707080505020304" pitchFamily="18" charset="0"/>
              </a:rPr>
              <a:t>Sagar</a:t>
            </a:r>
            <a:endParaRPr lang="en-US" sz="1400" b="0" cap="none" spc="0" dirty="0">
              <a:ln w="0"/>
              <a:solidFill>
                <a:schemeClr val="accent5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Engravers MT" panose="0209070708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0275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E22BD-33B9-5E19-4E7C-AC9876D3F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Testing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9961C8-9DF9-8BC7-BF46-EE0C398BF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8749E-3FF3-41B2-B4DE-BB379C572509}" type="datetime1">
              <a:rPr lang="en-IN" smtClean="0"/>
              <a:t>02-06-2025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6DE66B-E39A-A652-893F-10BD7B0A1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----------------------------------------------------------------------------------------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0D9407-D4D1-9740-5730-B5B78AA17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B7573-0EEC-4F18-B4D8-B9624EC7F9C7}" type="slidenum">
              <a:rPr lang="en-IN" smtClean="0"/>
              <a:t>13</a:t>
            </a:fld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61A281-FA16-D3FA-C472-602C63CD38A1}"/>
              </a:ext>
            </a:extLst>
          </p:cNvPr>
          <p:cNvSpPr txBox="1"/>
          <p:nvPr/>
        </p:nvSpPr>
        <p:spPr>
          <a:xfrm>
            <a:off x="273863" y="4367685"/>
            <a:ext cx="8500730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If the gesture is known, </a:t>
            </a:r>
          </a:p>
          <a:p>
            <a:r>
              <a:rPr lang="en-US" sz="2800" b="1" dirty="0"/>
              <a:t>it sends a signal to turn a device ON or OFF using a relay.</a:t>
            </a:r>
          </a:p>
          <a:p>
            <a:endParaRPr lang="en-IN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7B330448-45DF-B7A7-101D-B612D95FE8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006" y="1264525"/>
            <a:ext cx="4144761" cy="2771101"/>
          </a:xfr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2A478E4-FBDB-7E87-295D-1CFFA103D4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5" t="2372"/>
          <a:stretch/>
        </p:blipFill>
        <p:spPr>
          <a:xfrm>
            <a:off x="4811235" y="1259209"/>
            <a:ext cx="3905526" cy="2811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0869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97E52-2711-473A-AC53-236FCF425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Results, Analysis and Evaluation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0D8265-FD7E-4E76-B775-AFBB4B1AA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17-05-2025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AD9DCC-021B-4D7E-9435-713CD5577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----------------------------------------------------------------------------------------------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45362E-35ED-487C-AD91-5EC2CA1E8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B7573-0EEC-4F18-B4D8-B9624EC7F9C7}" type="slidenum">
              <a:rPr lang="en-IN" smtClean="0"/>
              <a:t>14</a:t>
            </a:fld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7314EF-ED9A-51C9-CFA9-8F4EDEFB0138}"/>
              </a:ext>
            </a:extLst>
          </p:cNvPr>
          <p:cNvSpPr txBox="1"/>
          <p:nvPr/>
        </p:nvSpPr>
        <p:spPr>
          <a:xfrm>
            <a:off x="3125971" y="1929809"/>
            <a:ext cx="12865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>
              <a:solidFill>
                <a:schemeClr val="accent2">
                  <a:lumMod val="60000"/>
                  <a:lumOff val="40000"/>
                </a:schemeClr>
              </a:solidFill>
              <a:latin typeface="Arial Black" panose="020B0A04020102020204" pitchFamily="34" charset="0"/>
            </a:endParaRPr>
          </a:p>
          <a:p>
            <a:r>
              <a:rPr lang="en-IN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C363FA-588F-EE66-38B1-12FFEAB785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958844" y="592365"/>
            <a:ext cx="3557613" cy="5508754"/>
          </a:xfrm>
          <a:prstGeom prst="rect">
            <a:avLst/>
          </a:prstGeom>
        </p:spPr>
      </p:pic>
      <p:sp>
        <p:nvSpPr>
          <p:cNvPr id="19" name="Arrow: Right 18">
            <a:extLst>
              <a:ext uri="{FF2B5EF4-FFF2-40B4-BE49-F238E27FC236}">
                <a16:creationId xmlns:a16="http://schemas.microsoft.com/office/drawing/2014/main" id="{424B4BD4-CD0F-DA63-5111-4CF7745DEB08}"/>
              </a:ext>
            </a:extLst>
          </p:cNvPr>
          <p:cNvSpPr/>
          <p:nvPr/>
        </p:nvSpPr>
        <p:spPr>
          <a:xfrm>
            <a:off x="1127805" y="4742695"/>
            <a:ext cx="915858" cy="204029"/>
          </a:xfrm>
          <a:prstGeom prst="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F36287F-94CA-6AD0-D82E-A8C566F8E0F6}"/>
              </a:ext>
            </a:extLst>
          </p:cNvPr>
          <p:cNvSpPr txBox="1"/>
          <p:nvPr/>
        </p:nvSpPr>
        <p:spPr>
          <a:xfrm>
            <a:off x="4125432" y="2971800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DD08144-A1CB-5E0C-BC77-DE1AACEE454E}"/>
              </a:ext>
            </a:extLst>
          </p:cNvPr>
          <p:cNvSpPr txBox="1"/>
          <p:nvPr/>
        </p:nvSpPr>
        <p:spPr>
          <a:xfrm>
            <a:off x="14039" y="4660043"/>
            <a:ext cx="11137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DC Motor</a:t>
            </a:r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2BADB3B2-E242-D4D2-1301-AD31DD03E3BD}"/>
              </a:ext>
            </a:extLst>
          </p:cNvPr>
          <p:cNvSpPr/>
          <p:nvPr/>
        </p:nvSpPr>
        <p:spPr>
          <a:xfrm rot="5400000">
            <a:off x="4236037" y="1743547"/>
            <a:ext cx="646329" cy="218952"/>
          </a:xfrm>
          <a:prstGeom prst="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EFCFF60-11AB-7CF5-E521-AB7A5D4D1D32}"/>
              </a:ext>
            </a:extLst>
          </p:cNvPr>
          <p:cNvSpPr txBox="1"/>
          <p:nvPr/>
        </p:nvSpPr>
        <p:spPr>
          <a:xfrm>
            <a:off x="3657599" y="1177981"/>
            <a:ext cx="2245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Raspberry pi Zero 2W</a:t>
            </a:r>
          </a:p>
        </p:txBody>
      </p: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A8149DD7-E703-9F85-A60D-F544CDDE43A7}"/>
              </a:ext>
            </a:extLst>
          </p:cNvPr>
          <p:cNvSpPr/>
          <p:nvPr/>
        </p:nvSpPr>
        <p:spPr>
          <a:xfrm rot="10800000">
            <a:off x="6798370" y="1876647"/>
            <a:ext cx="777327" cy="287215"/>
          </a:xfrm>
          <a:prstGeom prst="rightArrow">
            <a:avLst>
              <a:gd name="adj1" fmla="val 54857"/>
              <a:gd name="adj2" fmla="val 50000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24A2116-A4A8-545D-2611-20E54250685D}"/>
              </a:ext>
            </a:extLst>
          </p:cNvPr>
          <p:cNvSpPr txBox="1"/>
          <p:nvPr/>
        </p:nvSpPr>
        <p:spPr>
          <a:xfrm>
            <a:off x="7575697" y="1829094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Bulb</a:t>
            </a:r>
          </a:p>
        </p:txBody>
      </p:sp>
      <p:sp>
        <p:nvSpPr>
          <p:cNvPr id="41" name="Arrow: Right 40">
            <a:extLst>
              <a:ext uri="{FF2B5EF4-FFF2-40B4-BE49-F238E27FC236}">
                <a16:creationId xmlns:a16="http://schemas.microsoft.com/office/drawing/2014/main" id="{799B4AD0-A9E5-6648-EB59-441EC1FACAB3}"/>
              </a:ext>
            </a:extLst>
          </p:cNvPr>
          <p:cNvSpPr/>
          <p:nvPr/>
        </p:nvSpPr>
        <p:spPr>
          <a:xfrm rot="16200000">
            <a:off x="4152508" y="5214364"/>
            <a:ext cx="914260" cy="243706"/>
          </a:xfrm>
          <a:prstGeom prst="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BCC25D0-9FF2-44DF-B19D-B7C4B2E686CD}"/>
              </a:ext>
            </a:extLst>
          </p:cNvPr>
          <p:cNvSpPr txBox="1"/>
          <p:nvPr/>
        </p:nvSpPr>
        <p:spPr>
          <a:xfrm>
            <a:off x="3988663" y="5858766"/>
            <a:ext cx="18041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5V Relay Module</a:t>
            </a:r>
          </a:p>
        </p:txBody>
      </p:sp>
      <p:sp>
        <p:nvSpPr>
          <p:cNvPr id="43" name="Arrow: Right 42">
            <a:extLst>
              <a:ext uri="{FF2B5EF4-FFF2-40B4-BE49-F238E27FC236}">
                <a16:creationId xmlns:a16="http://schemas.microsoft.com/office/drawing/2014/main" id="{4E9670AD-BD31-8674-DE0D-06F4A8C4824A}"/>
              </a:ext>
            </a:extLst>
          </p:cNvPr>
          <p:cNvSpPr/>
          <p:nvPr/>
        </p:nvSpPr>
        <p:spPr>
          <a:xfrm>
            <a:off x="1791586" y="1876647"/>
            <a:ext cx="1754372" cy="217280"/>
          </a:xfrm>
          <a:prstGeom prst="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20601E4-A875-A3E0-EEDC-AE1544825B09}"/>
              </a:ext>
            </a:extLst>
          </p:cNvPr>
          <p:cNvSpPr txBox="1"/>
          <p:nvPr/>
        </p:nvSpPr>
        <p:spPr>
          <a:xfrm>
            <a:off x="-69392" y="1794530"/>
            <a:ext cx="1942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Pi Camera Module</a:t>
            </a:r>
          </a:p>
        </p:txBody>
      </p:sp>
      <p:sp>
        <p:nvSpPr>
          <p:cNvPr id="45" name="Arrow: Right 44">
            <a:extLst>
              <a:ext uri="{FF2B5EF4-FFF2-40B4-BE49-F238E27FC236}">
                <a16:creationId xmlns:a16="http://schemas.microsoft.com/office/drawing/2014/main" id="{B8024189-7F5D-70A3-7C7C-78D51608B455}"/>
              </a:ext>
            </a:extLst>
          </p:cNvPr>
          <p:cNvSpPr/>
          <p:nvPr/>
        </p:nvSpPr>
        <p:spPr>
          <a:xfrm>
            <a:off x="1307806" y="3303311"/>
            <a:ext cx="1694120" cy="277003"/>
          </a:xfrm>
          <a:prstGeom prst="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08BD37F-9B3A-5E54-EAEA-53AA476C3613}"/>
              </a:ext>
            </a:extLst>
          </p:cNvPr>
          <p:cNvSpPr txBox="1"/>
          <p:nvPr/>
        </p:nvSpPr>
        <p:spPr>
          <a:xfrm>
            <a:off x="-48306" y="3237930"/>
            <a:ext cx="1315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 err="1"/>
              <a:t>BreadBoard</a:t>
            </a:r>
            <a:endParaRPr lang="en-IN" b="1" dirty="0"/>
          </a:p>
        </p:txBody>
      </p:sp>
      <p:sp>
        <p:nvSpPr>
          <p:cNvPr id="47" name="Arrow: Right 46">
            <a:extLst>
              <a:ext uri="{FF2B5EF4-FFF2-40B4-BE49-F238E27FC236}">
                <a16:creationId xmlns:a16="http://schemas.microsoft.com/office/drawing/2014/main" id="{257C7A23-78B4-5D83-C287-FB5C0CE4A17C}"/>
              </a:ext>
            </a:extLst>
          </p:cNvPr>
          <p:cNvSpPr/>
          <p:nvPr/>
        </p:nvSpPr>
        <p:spPr>
          <a:xfrm rot="16200000">
            <a:off x="2777395" y="5093082"/>
            <a:ext cx="867392" cy="243706"/>
          </a:xfrm>
          <a:prstGeom prst="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5D90F62-B0E1-4A68-45FC-2EFE58FA6AB0}"/>
              </a:ext>
            </a:extLst>
          </p:cNvPr>
          <p:cNvSpPr txBox="1"/>
          <p:nvPr/>
        </p:nvSpPr>
        <p:spPr>
          <a:xfrm>
            <a:off x="2668772" y="5648631"/>
            <a:ext cx="11599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   Buzzer</a:t>
            </a:r>
          </a:p>
          <a:p>
            <a:r>
              <a:rPr lang="en-IN" b="1" dirty="0"/>
              <a:t>(Optional)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8E4702-D4D4-9CB9-C92D-C21C5F7A33E1}"/>
              </a:ext>
            </a:extLst>
          </p:cNvPr>
          <p:cNvSpPr/>
          <p:nvPr/>
        </p:nvSpPr>
        <p:spPr>
          <a:xfrm>
            <a:off x="3270202" y="2967335"/>
            <a:ext cx="369944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endParaRPr lang="en-US" sz="5400" b="1" cap="none" spc="0" dirty="0">
              <a:ln/>
              <a:solidFill>
                <a:schemeClr val="accent4"/>
              </a:solidFill>
              <a:effectLst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045D1D-EC41-E19D-0879-18B2F61FFC7C}"/>
              </a:ext>
            </a:extLst>
          </p:cNvPr>
          <p:cNvSpPr txBox="1"/>
          <p:nvPr/>
        </p:nvSpPr>
        <p:spPr>
          <a:xfrm>
            <a:off x="7575697" y="5186966"/>
            <a:ext cx="98777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Abhinab</a:t>
            </a:r>
          </a:p>
          <a:p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Sourav</a:t>
            </a:r>
          </a:p>
          <a:p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Sagar</a:t>
            </a:r>
          </a:p>
        </p:txBody>
      </p:sp>
    </p:spTree>
    <p:extLst>
      <p:ext uri="{BB962C8B-B14F-4D97-AF65-F5344CB8AC3E}">
        <p14:creationId xmlns:p14="http://schemas.microsoft.com/office/powerpoint/2010/main" val="11782495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97E52-2711-473A-AC53-236FCF425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Results, Analysis and Evaluation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6E0364-D997-4774-8864-465D8286E1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0D8265-FD7E-4E76-B775-AFBB4B1AA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17-05-2025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AD9DCC-021B-4D7E-9435-713CD5577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----------------------------------------------------------------------------------------------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45362E-35ED-487C-AD91-5EC2CA1E8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B7573-0EEC-4F18-B4D8-B9624EC7F9C7}" type="slidenum">
              <a:rPr lang="en-IN" smtClean="0"/>
              <a:t>15</a:t>
            </a:fld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E787AF8-178B-9EA1-0195-A502431910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006" y="1439939"/>
            <a:ext cx="8785077" cy="398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2338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D0B97-1C21-4A32-861A-6E70F0245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700" dirty="0"/>
              <a:t>Socio-economic Issues Associated With The Project</a:t>
            </a:r>
            <a:endParaRPr lang="en-IN" sz="27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45A598-C2E5-42E0-9AF6-4375970219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b="1" u="sng" dirty="0"/>
              <a:t>Inclusivity And Accessibility :</a:t>
            </a:r>
          </a:p>
          <a:p>
            <a:pPr marL="0" indent="0">
              <a:buNone/>
            </a:pPr>
            <a:r>
              <a:rPr lang="en-US" dirty="0"/>
              <a:t>-Useful for people with speech, motor, or cognitive disabilities</a:t>
            </a:r>
          </a:p>
          <a:p>
            <a:pPr marL="0" indent="0">
              <a:buNone/>
            </a:pPr>
            <a:r>
              <a:rPr lang="en-US" dirty="0"/>
              <a:t>-No need for language or reading—easy for all to use.</a:t>
            </a:r>
            <a:endParaRPr lang="en-IN" dirty="0"/>
          </a:p>
          <a:p>
            <a:r>
              <a:rPr lang="en-IN" b="1" u="sng" dirty="0"/>
              <a:t>Cost Analysis:</a:t>
            </a:r>
          </a:p>
          <a:p>
            <a:pPr marL="0" indent="0">
              <a:buNone/>
            </a:pPr>
            <a:r>
              <a:rPr lang="en-IN" dirty="0"/>
              <a:t>-</a:t>
            </a:r>
            <a:r>
              <a:rPr lang="en-US" dirty="0"/>
              <a:t>Total cost under </a:t>
            </a:r>
            <a:r>
              <a:rPr lang="en-US" b="1" dirty="0"/>
              <a:t>Rs. 3000</a:t>
            </a:r>
            <a:r>
              <a:rPr lang="en-US" dirty="0"/>
              <a:t> makes it suitable for low-income and rural areas.</a:t>
            </a:r>
            <a:endParaRPr lang="en-IN" dirty="0"/>
          </a:p>
          <a:p>
            <a:r>
              <a:rPr lang="en-IN" b="1" u="sng" dirty="0"/>
              <a:t>Privacy Concerns</a:t>
            </a:r>
          </a:p>
          <a:p>
            <a:pPr marL="0" indent="0">
              <a:buNone/>
            </a:pPr>
            <a:r>
              <a:rPr lang="en-US" dirty="0"/>
              <a:t>-Uses </a:t>
            </a:r>
            <a:r>
              <a:rPr lang="en-US" b="1" dirty="0"/>
              <a:t>on-device processing</a:t>
            </a:r>
            <a:r>
              <a:rPr lang="en-US" dirty="0"/>
              <a:t> to protect data.</a:t>
            </a:r>
          </a:p>
          <a:p>
            <a:pPr marL="0" indent="0">
              <a:buNone/>
            </a:pPr>
            <a:r>
              <a:rPr lang="en-IN" dirty="0"/>
              <a:t>-</a:t>
            </a:r>
            <a:r>
              <a:rPr lang="en-US" dirty="0"/>
              <a:t>Ensures </a:t>
            </a:r>
            <a:r>
              <a:rPr lang="en-US" b="1" dirty="0"/>
              <a:t>data anonymization</a:t>
            </a:r>
            <a:r>
              <a:rPr lang="en-US" dirty="0"/>
              <a:t> and </a:t>
            </a:r>
            <a:r>
              <a:rPr lang="en-US" b="1" dirty="0"/>
              <a:t>encrypted control signals</a:t>
            </a:r>
            <a:r>
              <a:rPr lang="en-US" dirty="0"/>
              <a:t>.</a:t>
            </a:r>
            <a:endParaRPr lang="en-IN" dirty="0"/>
          </a:p>
          <a:p>
            <a:r>
              <a:rPr lang="en-IN" b="1" u="sng" dirty="0"/>
              <a:t>Sustainability</a:t>
            </a:r>
          </a:p>
          <a:p>
            <a:pPr marL="0" indent="0">
              <a:buNone/>
            </a:pPr>
            <a:r>
              <a:rPr lang="en-IN" dirty="0"/>
              <a:t>-Low-Power devices save energy</a:t>
            </a:r>
          </a:p>
          <a:p>
            <a:pPr marL="0" indent="0">
              <a:buNone/>
            </a:pPr>
            <a:r>
              <a:rPr lang="en-IN" dirty="0"/>
              <a:t>-Modular Design supports repair and reuse.</a:t>
            </a:r>
          </a:p>
          <a:p>
            <a:r>
              <a:rPr lang="en-IN" dirty="0"/>
              <a:t>It promotes contactless </a:t>
            </a:r>
            <a:r>
              <a:rPr lang="en-IN" dirty="0" err="1"/>
              <a:t>technology,which</a:t>
            </a:r>
            <a:r>
              <a:rPr lang="en-IN" dirty="0"/>
              <a:t> became essential after COVID-19.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3BF931-02A5-4CBE-AD81-CB78193BF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17-05-2025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48734C-4869-47BA-B5BF-7D7E0EBB1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----------------------------------------------------------------------------------------------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E3F4DB-60A8-4AC8-809B-BC1EF8ADE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B7573-0EEC-4F18-B4D8-B9624EC7F9C7}" type="slidenum">
              <a:rPr lang="en-IN" smtClean="0"/>
              <a:t>16</a:t>
            </a:fld>
            <a:endParaRPr lang="en-IN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C30BE0AF-D2EE-270F-B66B-38CE996E5D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1FD5072E-AF4B-88D1-F0BA-1519F23653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-170765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2A958858-14DE-264D-3CD4-9EA2B524D0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-18365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34215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0A0E0-DFCB-4951-95D6-C4681F73E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Engineering Tools And Standards	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D727B-5938-450A-A78C-634022352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17-05-2025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6AF236-F248-4E41-B7F4-EFBE4CB33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----------------------------------------------------------------------------------------------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A1C90D-70D5-4FC6-B602-E1E97B5B1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B7573-0EEC-4F18-B4D8-B9624EC7F9C7}" type="slidenum">
              <a:rPr lang="en-IN" smtClean="0"/>
              <a:t>17</a:t>
            </a:fld>
            <a:endParaRPr lang="en-IN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258956D4-C56E-2F50-7FFB-CEA4CA2A6F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883" y="1218920"/>
            <a:ext cx="8326234" cy="4714047"/>
          </a:xfrm>
        </p:spPr>
      </p:pic>
    </p:spTree>
    <p:extLst>
      <p:ext uri="{BB962C8B-B14F-4D97-AF65-F5344CB8AC3E}">
        <p14:creationId xmlns:p14="http://schemas.microsoft.com/office/powerpoint/2010/main" val="39364273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EB88A-07F2-FE55-E79A-DD7F13E0A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Engineering Tools And Standards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6F6B1B4-274F-1399-E2C4-B58845D481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325" y="1380367"/>
            <a:ext cx="8785225" cy="4042238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59DF38-2C7D-9356-7013-6BA9549E6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8749E-3FF3-41B2-B4DE-BB379C572509}" type="datetime1">
              <a:rPr lang="en-IN" smtClean="0"/>
              <a:t>02-06-2025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CE10B7-E32A-9F2A-226A-0986FCD9E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90B29D-6494-0C3A-645E-26B9B7EEB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B7573-0EEC-4F18-B4D8-B9624EC7F9C7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15617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D7175-3415-4E7F-85D7-CED09DAEE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EC8ECE-3AB1-4945-A019-62B3816AE5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This project shows how we can use hand gestures to control home appliances easily using a small and affordable Raspberry Pi Zero 2w. It makes controlling devices simple and hands-free, improving convenience at home. Although there are some challenges, like working in different lighting conditions, this system has a lot of potential to make our homes smarter and more user-friendly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04F3A7-14D4-49AB-B9FF-0BF0C2A33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17-05-2025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B47729-0F20-4BDD-9C52-A26931536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----------------------------------------------------------------------------------------------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9E2914-A851-45FE-90A4-5945D3F62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B7573-0EEC-4F18-B4D8-B9624EC7F9C7}" type="slidenum">
              <a:rPr lang="en-IN" smtClean="0"/>
              <a:t>19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827B8D1-2C2F-DA68-EFF9-7F56293956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1181" y="3381154"/>
            <a:ext cx="3415548" cy="2732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5679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E67E6-1091-41E6-A048-3D4EF30E0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References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18325C-4572-4FC9-9C64-8112ABED69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IN" sz="1800" b="1" dirty="0"/>
              <a:t>Academic Source</a:t>
            </a:r>
            <a:br>
              <a:rPr lang="en-IN" sz="1800" dirty="0"/>
            </a:br>
            <a:r>
              <a:rPr lang="en-IN" sz="1800" dirty="0"/>
              <a:t>Han, S. N., Lee, G. M., &amp; Crespi, N. (2015). </a:t>
            </a:r>
            <a:r>
              <a:rPr lang="en-IN" sz="1800" i="1" dirty="0"/>
              <a:t>Semantic context-aware service composition for building automation system</a:t>
            </a:r>
            <a:r>
              <a:rPr lang="en-IN" sz="1800" dirty="0"/>
              <a:t>. IEEE Transactions on Industrial Informatics. </a:t>
            </a:r>
          </a:p>
          <a:p>
            <a:pPr>
              <a:buNone/>
            </a:pPr>
            <a:r>
              <a:rPr lang="en-IN" sz="1800" dirty="0"/>
              <a:t>    </a:t>
            </a:r>
            <a:r>
              <a:rPr lang="en-IN" sz="1800" dirty="0">
                <a:solidFill>
                  <a:schemeClr val="accent1"/>
                </a:solidFill>
              </a:rPr>
              <a:t>DOI: 10.1109/TII.2014.2336594</a:t>
            </a:r>
          </a:p>
          <a:p>
            <a:pPr>
              <a:buNone/>
            </a:pPr>
            <a:r>
              <a:rPr lang="en-IN" sz="1800" b="1" dirty="0"/>
              <a:t>Practical Project References</a:t>
            </a:r>
            <a:endParaRPr lang="en-IN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800" i="1" dirty="0"/>
              <a:t>Gesture Controlled Home Automation Using Raspberry Pi</a:t>
            </a:r>
          </a:p>
          <a:p>
            <a:pPr marL="0" indent="0">
              <a:buNone/>
            </a:pPr>
            <a:r>
              <a:rPr lang="en-US" sz="1800" dirty="0">
                <a:effectLst/>
                <a:latin typeface="Book Antiqua" panose="02040602050305030304" pitchFamily="18" charset="0"/>
                <a:ea typeface="Calibri" panose="020F0502020204030204" pitchFamily="34" charset="0"/>
                <a:cs typeface="Kalinga" panose="020B0502040204020203" pitchFamily="34" charset="0"/>
              </a:rPr>
              <a:t>    </a:t>
            </a:r>
            <a:r>
              <a:rPr lang="en-US" sz="1400" dirty="0">
                <a:solidFill>
                  <a:schemeClr val="accent1"/>
                </a:solidFill>
                <a:effectLst/>
                <a:latin typeface="Book Antiqua" panose="02040602050305030304" pitchFamily="18" charset="0"/>
                <a:ea typeface="Calibri" panose="020F0502020204030204" pitchFamily="34" charset="0"/>
                <a:cs typeface="Kalinga" panose="020B0502040204020203" pitchFamily="34" charset="0"/>
              </a:rPr>
              <a:t>https://www.hackster.io/news/gesture-controlled-home-automation- with-    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accent1"/>
                </a:solidFill>
                <a:ea typeface="Calibri" panose="020F0502020204030204" pitchFamily="34" charset="0"/>
                <a:cs typeface="Kalinga" panose="020B0502040204020203" pitchFamily="34" charset="0"/>
              </a:rPr>
              <a:t>     </a:t>
            </a:r>
            <a:r>
              <a:rPr lang="en-US" sz="1400" dirty="0">
                <a:solidFill>
                  <a:schemeClr val="accent1"/>
                </a:solidFill>
                <a:effectLst/>
                <a:latin typeface="Book Antiqua" panose="02040602050305030304" pitchFamily="18" charset="0"/>
                <a:ea typeface="Calibri" panose="020F0502020204030204" pitchFamily="34" charset="0"/>
                <a:cs typeface="Kalinga" panose="020B0502040204020203" pitchFamily="34" charset="0"/>
              </a:rPr>
              <a:t>raspberry-     </a:t>
            </a:r>
            <a:r>
              <a:rPr lang="en-US" sz="1400">
                <a:solidFill>
                  <a:schemeClr val="accent1"/>
                </a:solidFill>
                <a:effectLst/>
                <a:latin typeface="Book Antiqua" panose="02040602050305030304" pitchFamily="18" charset="0"/>
                <a:ea typeface="Calibri" panose="020F0502020204030204" pitchFamily="34" charset="0"/>
                <a:cs typeface="Kalinga" panose="020B0502040204020203" pitchFamily="34" charset="0"/>
              </a:rPr>
              <a:t>pi-2f6bcb5e2180 </a:t>
            </a:r>
            <a:endParaRPr lang="en-IN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800" i="1" dirty="0"/>
              <a:t>Smart Home Automation with Raspberry Pi and Python</a:t>
            </a:r>
            <a:r>
              <a:rPr lang="en-IN" sz="1800" dirty="0"/>
              <a:t> – Instructables</a:t>
            </a:r>
            <a:br>
              <a:rPr lang="en-IN" sz="1800" dirty="0"/>
            </a:br>
            <a:r>
              <a:rPr lang="en-IN" sz="1800" dirty="0"/>
              <a:t>instructables.com/.../Home-Automation-With-Raspberry-Pi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i="1" dirty="0"/>
              <a:t>Gesture Controlled Home Automation Using OpenCV &amp; Raspberry Pi</a:t>
            </a:r>
            <a:r>
              <a:rPr lang="en-IN" sz="1800" dirty="0"/>
              <a:t> – Circuit Digest</a:t>
            </a:r>
            <a:br>
              <a:rPr lang="en-IN" sz="1800" dirty="0"/>
            </a:br>
            <a:r>
              <a:rPr lang="en-IN" sz="1800" dirty="0"/>
              <a:t>circuitdigest.com/.../gesture-controlled-home-automation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i="1" dirty="0"/>
              <a:t>How to Build a Smart Home With Raspberry Pi</a:t>
            </a:r>
            <a:r>
              <a:rPr lang="en-IN" sz="1800" dirty="0"/>
              <a:t> – </a:t>
            </a:r>
            <a:r>
              <a:rPr lang="en-IN" sz="1800" dirty="0" err="1"/>
              <a:t>MakeUseOf</a:t>
            </a:r>
            <a:br>
              <a:rPr lang="en-IN" sz="1800" dirty="0"/>
            </a:br>
            <a:r>
              <a:rPr lang="en-IN" sz="1800" dirty="0">
                <a:hlinkClick r:id="rId2"/>
              </a:rPr>
              <a:t>makeuseof.com/.../raspberry-pi-smart-home-guide</a:t>
            </a:r>
            <a:endParaRPr lang="en-IN" sz="1800" dirty="0"/>
          </a:p>
          <a:p>
            <a:pPr marL="0" indent="0" algn="just" rtl="0" fontAlgn="base">
              <a:lnSpc>
                <a:spcPts val="1275"/>
              </a:lnSpc>
              <a:buNone/>
            </a:pPr>
            <a:endParaRPr lang="en-IN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854A40-6917-4545-815D-83E5B8F5F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17-05-2025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4FF8C9-4F87-474E-8537-DC116C4A1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----------------------------------------------------------------------------------------------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907148-A110-4012-A661-80C04D728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B7573-0EEC-4F18-B4D8-B9624EC7F9C7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27983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F10A4-639D-4F22-9C5D-BDE292E17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/.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CB66A-9D60-4D94-A1A7-D1A557742D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B088B-0B5C-41DF-A0DC-D07E0F442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17-05-2025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0C3D76-6985-425F-8101-B931A0AB3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----------------------------------------------------------------------------------------------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F29264-98AF-4446-AC64-007FC86D5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B7573-0EEC-4F18-B4D8-B9624EC7F9C7}" type="slidenum">
              <a:rPr lang="en-IN" smtClean="0"/>
              <a:t>21</a:t>
            </a:fld>
            <a:endParaRPr lang="en-IN"/>
          </a:p>
        </p:txBody>
      </p:sp>
      <p:pic>
        <p:nvPicPr>
          <p:cNvPr id="1028" name="Picture 4" descr="https://previews.123rf.com/images/flybird163/flybird1631508/flybird163150800853/44052098-any-questions-question-write-on-paper.jpg">
            <a:extLst>
              <a:ext uri="{FF2B5EF4-FFF2-40B4-BE49-F238E27FC236}">
                <a16:creationId xmlns:a16="http://schemas.microsoft.com/office/drawing/2014/main" id="{34A8A78E-62E6-465D-B222-3CDC96F0D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917" y="1008403"/>
            <a:ext cx="8785076" cy="51958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18148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56F26-A5B0-4D4A-A392-E6F1E5BCD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10080B-4FC2-48F5-8185-95684B1566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27F2A9-19A9-4319-8E39-B664A50C7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17-05-2025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8759C-36E1-4842-9D6B-C71751B5E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----------------------------------------------------------------------------------------------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F4D8C0-FCAD-44C7-9CF2-4F653D760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B7573-0EEC-4F18-B4D8-B9624EC7F9C7}" type="slidenum">
              <a:rPr lang="en-IN" smtClean="0"/>
              <a:t>22</a:t>
            </a:fld>
            <a:endParaRPr lang="en-IN"/>
          </a:p>
        </p:txBody>
      </p:sp>
      <p:pic>
        <p:nvPicPr>
          <p:cNvPr id="2050" name="Picture 2" descr="https://i0.wp.com/sociallover.net/wp-content/uploads/2017/04/thank-you-images-for-ppt.png">
            <a:extLst>
              <a:ext uri="{FF2B5EF4-FFF2-40B4-BE49-F238E27FC236}">
                <a16:creationId xmlns:a16="http://schemas.microsoft.com/office/drawing/2014/main" id="{B3A3EA86-8122-4F5A-A3D8-2B0B9ADC49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006" y="1008404"/>
            <a:ext cx="8791402" cy="5257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38618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1416</TotalTime>
  <Words>1109</Words>
  <Application>Microsoft Office PowerPoint</Application>
  <PresentationFormat>On-screen Show (4:3)</PresentationFormat>
  <Paragraphs>188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Arial Black</vt:lpstr>
      <vt:lpstr>Book Antiqua</vt:lpstr>
      <vt:lpstr>Calibri</vt:lpstr>
      <vt:lpstr>Engravers MT</vt:lpstr>
      <vt:lpstr>Leelawadee</vt:lpstr>
      <vt:lpstr>Office Theme</vt:lpstr>
      <vt:lpstr>Applied Internet of Things(CSE 2198) Project Presentation on Intelligent Home Automation System Using Hand Gesture Recognition and Raspberry Pi for Seamless Control.</vt:lpstr>
      <vt:lpstr>Contents</vt:lpstr>
      <vt:lpstr>Introduction </vt:lpstr>
      <vt:lpstr>Literature Survey </vt:lpstr>
      <vt:lpstr>Design Scheme</vt:lpstr>
      <vt:lpstr>Design Scheme </vt:lpstr>
      <vt:lpstr>Design Scheme</vt:lpstr>
      <vt:lpstr>CODE</vt:lpstr>
      <vt:lpstr>CODE</vt:lpstr>
      <vt:lpstr>Testing (Breadboard Implementation) </vt:lpstr>
      <vt:lpstr>Testing (Problems Encountered)</vt:lpstr>
      <vt:lpstr>Testing(Using Graph)</vt:lpstr>
      <vt:lpstr>Testing</vt:lpstr>
      <vt:lpstr>Results, Analysis and Evaluation</vt:lpstr>
      <vt:lpstr>Results, Analysis and Evaluation</vt:lpstr>
      <vt:lpstr>Socio-economic Issues Associated With The Project</vt:lpstr>
      <vt:lpstr>Engineering Tools And Standards </vt:lpstr>
      <vt:lpstr>Engineering Tools And Standards</vt:lpstr>
      <vt:lpstr>Conclusion</vt:lpstr>
      <vt:lpstr>References</vt:lpstr>
      <vt:lpstr>/.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 P</dc:creator>
  <cp:lastModifiedBy>Abhinab Kumar Das</cp:lastModifiedBy>
  <cp:revision>45</cp:revision>
  <dcterms:created xsi:type="dcterms:W3CDTF">2019-03-27T16:45:00Z</dcterms:created>
  <dcterms:modified xsi:type="dcterms:W3CDTF">2025-06-02T11:41:24Z</dcterms:modified>
</cp:coreProperties>
</file>